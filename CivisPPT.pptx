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1.png" ContentType="image/png"/>
  <Override PartName="/ppt/media/image2.jpeg" ContentType="image/jpeg"/>
  <Override PartName="/ppt/media/image4.png" ContentType="image/png"/>
  <Override PartName="/ppt/media/image3.png" ContentType="image/png"/>
  <Override PartName="/ppt/media/image5.png" ContentType="image/png"/>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0" y="0"/>
            <a:ext cx="6507360" cy="837720"/>
          </a:xfrm>
          <a:prstGeom prst="rect">
            <a:avLst/>
          </a:prstGeom>
          <a:noFill/>
          <a:ln w="0">
            <a:noFill/>
          </a:ln>
        </p:spPr>
        <p:txBody>
          <a:bodyPr lIns="0" rIns="0" tIns="0" bIns="0" anchor="ctr">
            <a:noAutofit/>
          </a:bodyPr>
          <a:p>
            <a:pPr indent="0">
              <a:buNone/>
            </a:pPr>
            <a:endParaRPr b="0" lang="en-US" sz="3000" spc="-1" strike="noStrike">
              <a:solidFill>
                <a:schemeClr val="dk1"/>
              </a:solidFill>
              <a:latin typeface="Arial"/>
            </a:endParaRPr>
          </a:p>
        </p:txBody>
      </p:sp>
      <p:sp>
        <p:nvSpPr>
          <p:cNvPr id="14" name="PlaceHolder 2"/>
          <p:cNvSpPr>
            <a:spLocks noGrp="1"/>
          </p:cNvSpPr>
          <p:nvPr>
            <p:ph type="subTitle"/>
          </p:nvPr>
        </p:nvSpPr>
        <p:spPr>
          <a:xfrm>
            <a:off x="457200" y="1374840"/>
            <a:ext cx="8229240" cy="45255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97106D1-ED6F-4D3E-ADAC-B7E6EC3366F2}"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0" y="0"/>
            <a:ext cx="6507360" cy="837720"/>
          </a:xfrm>
          <a:prstGeom prst="rect">
            <a:avLst/>
          </a:prstGeom>
          <a:noFill/>
          <a:ln w="0">
            <a:noFill/>
          </a:ln>
        </p:spPr>
        <p:txBody>
          <a:bodyPr lIns="0" rIns="0" tIns="0" bIns="0" anchor="ctr">
            <a:noAutofit/>
          </a:bodyPr>
          <a:p>
            <a:pPr indent="0">
              <a:buNone/>
            </a:pPr>
            <a:endParaRPr b="0" lang="en-US" sz="3000" spc="-1" strike="noStrike">
              <a:solidFill>
                <a:schemeClr val="dk1"/>
              </a:solidFill>
              <a:latin typeface="Arial"/>
            </a:endParaRPr>
          </a:p>
        </p:txBody>
      </p:sp>
      <p:sp>
        <p:nvSpPr>
          <p:cNvPr id="36" name="PlaceHolder 2"/>
          <p:cNvSpPr>
            <a:spLocks noGrp="1"/>
          </p:cNvSpPr>
          <p:nvPr>
            <p:ph/>
          </p:nvPr>
        </p:nvSpPr>
        <p:spPr>
          <a:xfrm>
            <a:off x="457200" y="1374840"/>
            <a:ext cx="8229240" cy="452556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45C23E9-AA26-4BE4-8B07-C4C716955039}" type="slidenum">
              <a:t>&lt;#&gt;</a:t>
            </a:fld>
          </a:p>
        </p:txBody>
      </p:sp>
      <p:sp>
        <p:nvSpPr>
          <p:cNvPr id="6" name="PlaceHolder 5"/>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jpe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image" Target="../media/image2.jpeg"/><Relationship Id="rId9"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11"/>
          <p:cNvSpPr/>
          <p:nvPr/>
        </p:nvSpPr>
        <p:spPr>
          <a:xfrm>
            <a:off x="0" y="0"/>
            <a:ext cx="9143640" cy="837720"/>
          </a:xfrm>
          <a:prstGeom prst="rect">
            <a:avLst/>
          </a:prstGeom>
          <a:solidFill>
            <a:srgbClr val="ff3300"/>
          </a:solidFill>
          <a:ln w="9525">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chemeClr val="dk1"/>
              </a:solidFill>
              <a:latin typeface="Calibri"/>
              <a:ea typeface="MS PGothic"/>
            </a:endParaRPr>
          </a:p>
        </p:txBody>
      </p:sp>
      <p:sp>
        <p:nvSpPr>
          <p:cNvPr id="1" name="Rectangle 11"/>
          <p:cNvSpPr/>
          <p:nvPr/>
        </p:nvSpPr>
        <p:spPr>
          <a:xfrm flipV="1">
            <a:off x="0" y="6705000"/>
            <a:ext cx="9143640" cy="197640"/>
          </a:xfrm>
          <a:prstGeom prst="rect">
            <a:avLst/>
          </a:prstGeom>
          <a:solidFill>
            <a:srgbClr val="ff0000"/>
          </a:solidFill>
          <a:ln w="9525">
            <a:noFill/>
          </a:ln>
          <a:scene3d>
            <a:camera prst="orthographicFront"/>
            <a:lightRig dir="t" rig="threePt"/>
          </a:scene3d>
          <a:sp3d/>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chemeClr val="dk1"/>
              </a:solidFill>
              <a:latin typeface="Calibri"/>
              <a:ea typeface="ＭＳ Ｐゴシック"/>
            </a:endParaRPr>
          </a:p>
        </p:txBody>
      </p:sp>
      <p:pic>
        <p:nvPicPr>
          <p:cNvPr id="2" name="Picture 10" descr="LOGO.gif"/>
          <p:cNvPicPr/>
          <p:nvPr/>
        </p:nvPicPr>
        <p:blipFill>
          <a:blip r:embed="rId2"/>
          <a:srcRect l="0" t="0" r="0" b="10714"/>
          <a:stretch/>
        </p:blipFill>
        <p:spPr>
          <a:xfrm>
            <a:off x="6553080" y="228600"/>
            <a:ext cx="2057040" cy="634680"/>
          </a:xfrm>
          <a:prstGeom prst="rect">
            <a:avLst/>
          </a:prstGeom>
          <a:ln w="9525">
            <a:noFill/>
          </a:ln>
        </p:spPr>
      </p:pic>
      <p:pic>
        <p:nvPicPr>
          <p:cNvPr id="3" name="Picture 10" descr="LOGO.gif"/>
          <p:cNvPicPr/>
          <p:nvPr/>
        </p:nvPicPr>
        <p:blipFill>
          <a:blip r:embed="rId3"/>
          <a:srcRect l="0" t="0" r="0" b="10714"/>
          <a:stretch/>
        </p:blipFill>
        <p:spPr>
          <a:xfrm>
            <a:off x="6553080" y="228600"/>
            <a:ext cx="2057040" cy="634680"/>
          </a:xfrm>
          <a:prstGeom prst="rect">
            <a:avLst/>
          </a:prstGeom>
          <a:ln w="9525">
            <a:noFill/>
          </a:ln>
        </p:spPr>
      </p:pic>
      <p:grpSp>
        <p:nvGrpSpPr>
          <p:cNvPr id="4" name="Group 7"/>
          <p:cNvGrpSpPr/>
          <p:nvPr/>
        </p:nvGrpSpPr>
        <p:grpSpPr>
          <a:xfrm>
            <a:off x="6146640" y="0"/>
            <a:ext cx="2997000" cy="875880"/>
            <a:chOff x="6146640" y="0"/>
            <a:chExt cx="2997000" cy="875880"/>
          </a:xfrm>
        </p:grpSpPr>
        <p:sp>
          <p:nvSpPr>
            <p:cNvPr id="5" name="Rectangle 11"/>
            <p:cNvSpPr/>
            <p:nvPr/>
          </p:nvSpPr>
          <p:spPr>
            <a:xfrm>
              <a:off x="6146640" y="0"/>
              <a:ext cx="2997000" cy="837720"/>
            </a:xfrm>
            <a:prstGeom prst="rect">
              <a:avLst/>
            </a:prstGeom>
            <a:solidFill>
              <a:srgbClr val="ff3300"/>
            </a:solidFill>
            <a:ln w="9525">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chemeClr val="dk1"/>
                </a:solidFill>
                <a:latin typeface="Calibri"/>
                <a:ea typeface="MS PGothic"/>
              </a:endParaRPr>
            </a:p>
          </p:txBody>
        </p:sp>
        <p:pic>
          <p:nvPicPr>
            <p:cNvPr id="6" name="Picture 9" descr="LOGO.gif"/>
            <p:cNvPicPr/>
            <p:nvPr/>
          </p:nvPicPr>
          <p:blipFill>
            <a:blip r:embed="rId4"/>
            <a:srcRect l="0" t="0" r="0" b="10714"/>
            <a:stretch/>
          </p:blipFill>
          <p:spPr>
            <a:xfrm>
              <a:off x="6553080" y="228600"/>
              <a:ext cx="2057040" cy="634680"/>
            </a:xfrm>
            <a:prstGeom prst="rect">
              <a:avLst/>
            </a:prstGeom>
            <a:ln w="9525">
              <a:noFill/>
            </a:ln>
          </p:spPr>
        </p:pic>
        <p:sp>
          <p:nvSpPr>
            <p:cNvPr id="7" name="Rectangle 1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MS PGothic"/>
              </a:endParaRPr>
            </a:p>
          </p:txBody>
        </p:sp>
      </p:grpSp>
      <p:pic>
        <p:nvPicPr>
          <p:cNvPr id="8" name="Picture 1" descr=""/>
          <p:cNvPicPr/>
          <p:nvPr/>
        </p:nvPicPr>
        <p:blipFill>
          <a:blip r:embed="rId5"/>
          <a:stretch/>
        </p:blipFill>
        <p:spPr>
          <a:xfrm>
            <a:off x="6629400" y="201600"/>
            <a:ext cx="1828440" cy="923400"/>
          </a:xfrm>
          <a:prstGeom prst="rect">
            <a:avLst/>
          </a:prstGeom>
          <a:ln w="0">
            <a:noFill/>
          </a:ln>
        </p:spPr>
      </p:pic>
      <p:sp>
        <p:nvSpPr>
          <p:cNvPr id="9" name="PlaceHolder 1"/>
          <p:cNvSpPr>
            <a:spLocks noGrp="1"/>
          </p:cNvSpPr>
          <p:nvPr>
            <p:ph type="title"/>
          </p:nvPr>
        </p:nvSpPr>
        <p:spPr>
          <a:xfrm>
            <a:off x="0" y="0"/>
            <a:ext cx="5486040" cy="914040"/>
          </a:xfrm>
          <a:prstGeom prst="rect">
            <a:avLst/>
          </a:prstGeom>
          <a:noFill/>
          <a:ln w="9360">
            <a:noFill/>
          </a:ln>
        </p:spPr>
        <p:txBody>
          <a:bodyPr numCol="1" spcCol="0" lIns="91440" rIns="91440" tIns="45720" bIns="45720" anchor="ctr">
            <a:noAutofit/>
          </a:bodyPr>
          <a:p>
            <a:pPr indent="0" algn="ctr">
              <a:lnSpc>
                <a:spcPct val="100000"/>
              </a:lnSpc>
              <a:buNone/>
            </a:pPr>
            <a:r>
              <a:rPr b="0" lang="en-US" sz="3000" spc="-1" strike="noStrike">
                <a:solidFill>
                  <a:schemeClr val="dk1"/>
                </a:solidFill>
                <a:latin typeface="Calibri"/>
                <a:ea typeface="MS PGothic"/>
              </a:rPr>
              <a:t>Click to edit Master title style</a:t>
            </a:r>
            <a:endParaRPr b="0" lang="en-US" sz="3000" spc="-1" strike="noStrike">
              <a:solidFill>
                <a:schemeClr val="dk1"/>
              </a:solidFill>
              <a:latin typeface="Arial"/>
            </a:endParaRPr>
          </a:p>
        </p:txBody>
      </p:sp>
      <p:sp>
        <p:nvSpPr>
          <p:cNvPr id="10" name="PlaceHolder 2"/>
          <p:cNvSpPr>
            <a:spLocks noGrp="1"/>
          </p:cNvSpPr>
          <p:nvPr>
            <p:ph type="dt" idx="1"/>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b="0" lang="en-US" sz="1200" spc="-1" strike="noStrike">
                <a:solidFill>
                  <a:srgbClr val="898989"/>
                </a:solidFill>
                <a:latin typeface="Calibri"/>
                <a:ea typeface="MS PGothic"/>
              </a:defRPr>
            </a:lvl1pPr>
          </a:lstStyle>
          <a:p>
            <a:pPr indent="0">
              <a:lnSpc>
                <a:spcPct val="100000"/>
              </a:lnSpc>
              <a:buNone/>
            </a:pPr>
            <a:r>
              <a:rPr b="0" lang="en-US" sz="1200" spc="-1" strike="noStrike">
                <a:solidFill>
                  <a:srgbClr val="898989"/>
                </a:solidFill>
                <a:latin typeface="Calibri"/>
                <a:ea typeface="MS PGothic"/>
              </a:rPr>
              <a:t>&lt;date/time&gt;</a:t>
            </a:r>
            <a:endParaRPr b="0" lang="en-US" sz="1200" spc="-1" strike="noStrike">
              <a:solidFill>
                <a:srgbClr val="000000"/>
              </a:solidFill>
              <a:latin typeface="Times New Roman"/>
            </a:endParaRPr>
          </a:p>
        </p:txBody>
      </p:sp>
      <p:sp>
        <p:nvSpPr>
          <p:cNvPr id="11" name="PlaceHolder 3"/>
          <p:cNvSpPr>
            <a:spLocks noGrp="1"/>
          </p:cNvSpPr>
          <p:nvPr>
            <p:ph type="ftr" idx="2"/>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 name="PlaceHolder 4"/>
          <p:cNvSpPr>
            <a:spLocks noGrp="1"/>
          </p:cNvSpPr>
          <p:nvPr>
            <p:ph type="sldNum" idx="3"/>
          </p:nvPr>
        </p:nvSpPr>
        <p:spPr>
          <a:xfrm>
            <a:off x="6553080" y="6356520"/>
            <a:ext cx="2133360" cy="364680"/>
          </a:xfrm>
          <a:prstGeom prst="rect">
            <a:avLst/>
          </a:prstGeom>
          <a:noFill/>
          <a:ln w="0">
            <a:noFill/>
          </a:ln>
        </p:spPr>
        <p:txBody>
          <a:bodyPr numCol="1" spcCol="0" lIns="91440" rIns="91440" tIns="45720" bIns="45720" anchor="ctr">
            <a:noAutofit/>
          </a:bodyPr>
          <a:lstStyle>
            <a:lvl1pPr marL="38160" indent="0" algn="r">
              <a:lnSpc>
                <a:spcPts val="1630"/>
              </a:lnSpc>
              <a:buNone/>
              <a:defRPr b="0" lang="en-IN" sz="1200" spc="-1" strike="noStrike">
                <a:solidFill>
                  <a:srgbClr val="898989"/>
                </a:solidFill>
                <a:latin typeface="Calibri"/>
                <a:ea typeface="MS PGothic"/>
              </a:defRPr>
            </a:lvl1pPr>
          </a:lstStyle>
          <a:p>
            <a:pPr marL="38160" indent="0" algn="r">
              <a:lnSpc>
                <a:spcPts val="1630"/>
              </a:lnSpc>
              <a:buNone/>
            </a:pPr>
            <a:fld id="{DA054362-EDC8-4105-9660-ECA1B6CA6AB2}" type="slidenum">
              <a:rPr b="0" lang="en-IN" sz="1200" spc="-1" strike="noStrike">
                <a:solidFill>
                  <a:srgbClr val="898989"/>
                </a:solidFill>
                <a:latin typeface="Calibri"/>
                <a:ea typeface="MS PGothic"/>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Rectangle 11"/>
          <p:cNvSpPr/>
          <p:nvPr/>
        </p:nvSpPr>
        <p:spPr>
          <a:xfrm>
            <a:off x="0" y="0"/>
            <a:ext cx="9143640" cy="837720"/>
          </a:xfrm>
          <a:prstGeom prst="rect">
            <a:avLst/>
          </a:prstGeom>
          <a:solidFill>
            <a:srgbClr val="ff3300"/>
          </a:solidFill>
          <a:ln w="9525">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chemeClr val="dk1"/>
              </a:solidFill>
              <a:latin typeface="Calibri"/>
              <a:ea typeface="MS PGothic"/>
            </a:endParaRPr>
          </a:p>
        </p:txBody>
      </p:sp>
      <p:sp>
        <p:nvSpPr>
          <p:cNvPr id="16" name="Rectangle 11"/>
          <p:cNvSpPr/>
          <p:nvPr/>
        </p:nvSpPr>
        <p:spPr>
          <a:xfrm flipV="1">
            <a:off x="0" y="6705000"/>
            <a:ext cx="9143640" cy="197640"/>
          </a:xfrm>
          <a:prstGeom prst="rect">
            <a:avLst/>
          </a:prstGeom>
          <a:solidFill>
            <a:srgbClr val="ff0000"/>
          </a:solidFill>
          <a:ln w="9525">
            <a:noFill/>
          </a:ln>
          <a:scene3d>
            <a:camera prst="orthographicFront"/>
            <a:lightRig dir="t" rig="threePt"/>
          </a:scene3d>
          <a:sp3d/>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chemeClr val="dk1"/>
              </a:solidFill>
              <a:latin typeface="Calibri"/>
              <a:ea typeface="ＭＳ Ｐゴシック"/>
            </a:endParaRPr>
          </a:p>
        </p:txBody>
      </p:sp>
      <p:pic>
        <p:nvPicPr>
          <p:cNvPr id="17" name="Picture 10" descr="LOGO.gif"/>
          <p:cNvPicPr/>
          <p:nvPr/>
        </p:nvPicPr>
        <p:blipFill>
          <a:blip r:embed="rId2"/>
          <a:srcRect l="0" t="0" r="0" b="10714"/>
          <a:stretch/>
        </p:blipFill>
        <p:spPr>
          <a:xfrm>
            <a:off x="6553080" y="228600"/>
            <a:ext cx="2057040" cy="634680"/>
          </a:xfrm>
          <a:prstGeom prst="rect">
            <a:avLst/>
          </a:prstGeom>
          <a:ln w="9525">
            <a:noFill/>
          </a:ln>
        </p:spPr>
      </p:pic>
      <p:pic>
        <p:nvPicPr>
          <p:cNvPr id="18" name="Picture 10" descr="LOGO.gif"/>
          <p:cNvPicPr/>
          <p:nvPr/>
        </p:nvPicPr>
        <p:blipFill>
          <a:blip r:embed="rId3"/>
          <a:srcRect l="0" t="0" r="0" b="10714"/>
          <a:stretch/>
        </p:blipFill>
        <p:spPr>
          <a:xfrm>
            <a:off x="6553080" y="228600"/>
            <a:ext cx="2057040" cy="634680"/>
          </a:xfrm>
          <a:prstGeom prst="rect">
            <a:avLst/>
          </a:prstGeom>
          <a:ln w="9525">
            <a:noFill/>
          </a:ln>
        </p:spPr>
      </p:pic>
      <p:grpSp>
        <p:nvGrpSpPr>
          <p:cNvPr id="19" name="Group 7"/>
          <p:cNvGrpSpPr/>
          <p:nvPr/>
        </p:nvGrpSpPr>
        <p:grpSpPr>
          <a:xfrm>
            <a:off x="6146640" y="0"/>
            <a:ext cx="2997000" cy="875880"/>
            <a:chOff x="6146640" y="0"/>
            <a:chExt cx="2997000" cy="875880"/>
          </a:xfrm>
        </p:grpSpPr>
        <p:sp>
          <p:nvSpPr>
            <p:cNvPr id="20" name="Rectangle 11"/>
            <p:cNvSpPr/>
            <p:nvPr/>
          </p:nvSpPr>
          <p:spPr>
            <a:xfrm>
              <a:off x="6146640" y="0"/>
              <a:ext cx="2997000" cy="837720"/>
            </a:xfrm>
            <a:prstGeom prst="rect">
              <a:avLst/>
            </a:prstGeom>
            <a:solidFill>
              <a:srgbClr val="ff3300"/>
            </a:solidFill>
            <a:ln w="9525">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chemeClr val="dk1"/>
                </a:solidFill>
                <a:latin typeface="Calibri"/>
                <a:ea typeface="MS PGothic"/>
              </a:endParaRPr>
            </a:p>
          </p:txBody>
        </p:sp>
        <p:pic>
          <p:nvPicPr>
            <p:cNvPr id="21" name="Picture 9" descr="LOGO.gif"/>
            <p:cNvPicPr/>
            <p:nvPr/>
          </p:nvPicPr>
          <p:blipFill>
            <a:blip r:embed="rId4"/>
            <a:srcRect l="0" t="0" r="0" b="10714"/>
            <a:stretch/>
          </p:blipFill>
          <p:spPr>
            <a:xfrm>
              <a:off x="6553080" y="228600"/>
              <a:ext cx="2057040" cy="634680"/>
            </a:xfrm>
            <a:prstGeom prst="rect">
              <a:avLst/>
            </a:prstGeom>
            <a:ln w="9525">
              <a:noFill/>
            </a:ln>
          </p:spPr>
        </p:pic>
        <p:sp>
          <p:nvSpPr>
            <p:cNvPr id="22" name="Rectangle 1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MS PGothic"/>
              </a:endParaRPr>
            </a:p>
          </p:txBody>
        </p:sp>
      </p:grpSp>
      <p:pic>
        <p:nvPicPr>
          <p:cNvPr id="23" name="Picture 1" descr=""/>
          <p:cNvPicPr/>
          <p:nvPr/>
        </p:nvPicPr>
        <p:blipFill>
          <a:blip r:embed="rId5"/>
          <a:stretch/>
        </p:blipFill>
        <p:spPr>
          <a:xfrm>
            <a:off x="6629400" y="201600"/>
            <a:ext cx="1828440" cy="923400"/>
          </a:xfrm>
          <a:prstGeom prst="rect">
            <a:avLst/>
          </a:prstGeom>
          <a:ln w="0">
            <a:noFill/>
          </a:ln>
        </p:spPr>
      </p:pic>
      <p:pic>
        <p:nvPicPr>
          <p:cNvPr id="24" name="Picture 10" descr="LOGO.gif"/>
          <p:cNvPicPr/>
          <p:nvPr/>
        </p:nvPicPr>
        <p:blipFill>
          <a:blip r:embed="rId6"/>
          <a:srcRect l="0" t="0" r="0" b="10714"/>
          <a:stretch/>
        </p:blipFill>
        <p:spPr>
          <a:xfrm>
            <a:off x="6553080" y="228600"/>
            <a:ext cx="2057040" cy="634680"/>
          </a:xfrm>
          <a:prstGeom prst="rect">
            <a:avLst/>
          </a:prstGeom>
          <a:ln w="9525">
            <a:noFill/>
          </a:ln>
        </p:spPr>
      </p:pic>
      <p:grpSp>
        <p:nvGrpSpPr>
          <p:cNvPr id="25" name="Group 7"/>
          <p:cNvGrpSpPr/>
          <p:nvPr/>
        </p:nvGrpSpPr>
        <p:grpSpPr>
          <a:xfrm>
            <a:off x="6552720" y="0"/>
            <a:ext cx="2133720" cy="875880"/>
            <a:chOff x="6552720" y="0"/>
            <a:chExt cx="2133720" cy="875880"/>
          </a:xfrm>
        </p:grpSpPr>
        <p:sp>
          <p:nvSpPr>
            <p:cNvPr id="26" name="Rectangle 11"/>
            <p:cNvSpPr/>
            <p:nvPr/>
          </p:nvSpPr>
          <p:spPr>
            <a:xfrm>
              <a:off x="6576840" y="0"/>
              <a:ext cx="2109600" cy="837720"/>
            </a:xfrm>
            <a:prstGeom prst="rect">
              <a:avLst/>
            </a:prstGeom>
            <a:solidFill>
              <a:srgbClr val="ff3300"/>
            </a:solidFill>
            <a:ln w="9525">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chemeClr val="dk1"/>
                </a:solidFill>
                <a:latin typeface="Calibri"/>
                <a:ea typeface="MS PGothic"/>
              </a:endParaRPr>
            </a:p>
          </p:txBody>
        </p:sp>
        <p:pic>
          <p:nvPicPr>
            <p:cNvPr id="27" name="Picture 9" descr="LOGO.gif"/>
            <p:cNvPicPr/>
            <p:nvPr/>
          </p:nvPicPr>
          <p:blipFill>
            <a:blip r:embed="rId7"/>
            <a:srcRect l="0" t="0" r="0" b="10714"/>
            <a:stretch/>
          </p:blipFill>
          <p:spPr>
            <a:xfrm>
              <a:off x="6576840" y="228600"/>
              <a:ext cx="1964160" cy="634680"/>
            </a:xfrm>
            <a:prstGeom prst="rect">
              <a:avLst/>
            </a:prstGeom>
            <a:ln w="9525">
              <a:noFill/>
            </a:ln>
          </p:spPr>
        </p:pic>
        <p:sp>
          <p:nvSpPr>
            <p:cNvPr id="28" name="Rectangle 7"/>
            <p:cNvSpPr/>
            <p:nvPr/>
          </p:nvSpPr>
          <p:spPr>
            <a:xfrm>
              <a:off x="6552720" y="190440"/>
              <a:ext cx="198216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MS PGothic"/>
              </a:endParaRPr>
            </a:p>
          </p:txBody>
        </p:sp>
      </p:grpSp>
      <p:sp>
        <p:nvSpPr>
          <p:cNvPr id="29"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0" lang="en-US" sz="3000" spc="-1" strike="noStrike">
                <a:solidFill>
                  <a:schemeClr val="dk1"/>
                </a:solidFill>
                <a:latin typeface="Calibri"/>
                <a:ea typeface="MS PGothic"/>
              </a:rPr>
              <a:t>Click to edit Master title style</a:t>
            </a:r>
            <a:endParaRPr b="0" lang="en-US" sz="3000" spc="-1" strike="noStrike">
              <a:solidFill>
                <a:schemeClr val="dk1"/>
              </a:solidFill>
              <a:latin typeface="Arial"/>
            </a:endParaRPr>
          </a:p>
        </p:txBody>
      </p:sp>
      <p:sp>
        <p:nvSpPr>
          <p:cNvPr id="30" name="PlaceHolder 2"/>
          <p:cNvSpPr>
            <a:spLocks noGrp="1"/>
          </p:cNvSpPr>
          <p:nvPr>
            <p:ph type="body"/>
          </p:nvPr>
        </p:nvSpPr>
        <p:spPr>
          <a:xfrm>
            <a:off x="457200" y="1374840"/>
            <a:ext cx="8229240" cy="452556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b="0" lang="en-US" sz="3200" spc="-1" strike="noStrike">
                <a:solidFill>
                  <a:schemeClr val="dk1"/>
                </a:solidFill>
                <a:latin typeface="Calibri"/>
                <a:ea typeface="MS PGothic"/>
              </a:rPr>
              <a:t>Click to edit Master text styles</a:t>
            </a:r>
            <a:endParaRPr b="0" lang="en-US" sz="3200" spc="-1" strike="noStrike">
              <a:solidFill>
                <a:schemeClr val="dk1"/>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chemeClr val="dk1"/>
                </a:solidFill>
                <a:latin typeface="Calibri"/>
                <a:ea typeface="MS PGothic"/>
              </a:rPr>
              <a:t>Second level</a:t>
            </a:r>
            <a:endParaRPr b="0" lang="en-US" sz="2800" spc="-1" strike="noStrike">
              <a:solidFill>
                <a:schemeClr val="dk1"/>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chemeClr val="dk1"/>
                </a:solidFill>
                <a:latin typeface="Calibri"/>
                <a:ea typeface="MS PGothic"/>
              </a:rPr>
              <a:t>Third level</a:t>
            </a:r>
            <a:endParaRPr b="0" lang="en-US" sz="2400" spc="-1" strike="noStrike">
              <a:solidFill>
                <a:schemeClr val="dk1"/>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chemeClr val="dk1"/>
                </a:solidFill>
                <a:latin typeface="Calibri"/>
                <a:ea typeface="MS PGothic"/>
              </a:rPr>
              <a:t>Fourth level</a:t>
            </a:r>
            <a:endParaRPr b="0" lang="en-US" sz="2000" spc="-1" strike="noStrike">
              <a:solidFill>
                <a:schemeClr val="dk1"/>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chemeClr val="dk1"/>
                </a:solidFill>
                <a:latin typeface="Calibri"/>
                <a:ea typeface="MS PGothic"/>
              </a:rPr>
              <a:t>Fifth level</a:t>
            </a:r>
            <a:endParaRPr b="0" lang="en-US" sz="2000" spc="-1" strike="noStrike">
              <a:solidFill>
                <a:schemeClr val="dk1"/>
              </a:solidFill>
              <a:latin typeface="Calibri"/>
            </a:endParaRPr>
          </a:p>
        </p:txBody>
      </p:sp>
      <p:sp>
        <p:nvSpPr>
          <p:cNvPr id="31" name="PlaceHolder 3"/>
          <p:cNvSpPr>
            <a:spLocks noGrp="1"/>
          </p:cNvSpPr>
          <p:nvPr>
            <p:ph type="dt" idx="4"/>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b="0" lang="en-US" sz="1200" spc="-1" strike="noStrike">
                <a:solidFill>
                  <a:srgbClr val="898989"/>
                </a:solidFill>
                <a:latin typeface="Calibri"/>
                <a:ea typeface="MS PGothic"/>
              </a:defRPr>
            </a:lvl1pPr>
          </a:lstStyle>
          <a:p>
            <a:pPr indent="0">
              <a:lnSpc>
                <a:spcPct val="100000"/>
              </a:lnSpc>
              <a:buNone/>
            </a:pPr>
            <a:r>
              <a:rPr b="0" lang="en-US" sz="1200" spc="-1" strike="noStrike">
                <a:solidFill>
                  <a:srgbClr val="898989"/>
                </a:solidFill>
                <a:latin typeface="Calibri"/>
                <a:ea typeface="MS PGothic"/>
              </a:rPr>
              <a:t>&lt;date/time&gt;</a:t>
            </a:r>
            <a:endParaRPr b="0" lang="en-US" sz="1200" spc="-1" strike="noStrike">
              <a:solidFill>
                <a:srgbClr val="000000"/>
              </a:solidFill>
              <a:latin typeface="Times New Roman"/>
            </a:endParaRPr>
          </a:p>
        </p:txBody>
      </p:sp>
      <p:sp>
        <p:nvSpPr>
          <p:cNvPr id="32" name="PlaceHolder 4"/>
          <p:cNvSpPr>
            <a:spLocks noGrp="1"/>
          </p:cNvSpPr>
          <p:nvPr>
            <p:ph type="ftr" idx="5"/>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6"/>
          </p:nvPr>
        </p:nvSpPr>
        <p:spPr>
          <a:xfrm>
            <a:off x="6553080" y="6356520"/>
            <a:ext cx="2133360" cy="364680"/>
          </a:xfrm>
          <a:prstGeom prst="rect">
            <a:avLst/>
          </a:prstGeom>
          <a:noFill/>
          <a:ln w="0">
            <a:noFill/>
          </a:ln>
        </p:spPr>
        <p:txBody>
          <a:bodyPr numCol="1" spcCol="0" lIns="91440" rIns="91440" tIns="45720" bIns="45720" anchor="ctr">
            <a:noAutofit/>
          </a:bodyPr>
          <a:lstStyle>
            <a:lvl1pPr marL="38160" indent="0" algn="r">
              <a:lnSpc>
                <a:spcPts val="1630"/>
              </a:lnSpc>
              <a:buNone/>
              <a:defRPr b="0" lang="en-IN" sz="1200" spc="-1" strike="noStrike">
                <a:solidFill>
                  <a:srgbClr val="898989"/>
                </a:solidFill>
                <a:latin typeface="Calibri"/>
                <a:ea typeface="MS PGothic"/>
              </a:defRPr>
            </a:lvl1pPr>
          </a:lstStyle>
          <a:p>
            <a:pPr marL="38160" indent="0" algn="r">
              <a:lnSpc>
                <a:spcPts val="1630"/>
              </a:lnSpc>
              <a:buNone/>
            </a:pPr>
            <a:fld id="{345B0C69-E652-4E0C-A931-42F9BD98D5FE}" type="slidenum">
              <a:rPr b="0" lang="en-IN" sz="1200" spc="-1" strike="noStrike">
                <a:solidFill>
                  <a:srgbClr val="898989"/>
                </a:solidFill>
                <a:latin typeface="Calibri"/>
                <a:ea typeface="MS PGothic"/>
              </a:rPr>
              <a:t>&lt;number&gt;</a:t>
            </a:fld>
            <a:endParaRPr b="0" lang="en-US" sz="1200" spc="-1" strike="noStrike">
              <a:solidFill>
                <a:srgbClr val="000000"/>
              </a:solidFill>
              <a:latin typeface="Times New Roman"/>
            </a:endParaRPr>
          </a:p>
        </p:txBody>
      </p:sp>
      <p:pic>
        <p:nvPicPr>
          <p:cNvPr id="34" name="Picture 12" descr=""/>
          <p:cNvPicPr/>
          <p:nvPr/>
        </p:nvPicPr>
        <p:blipFill>
          <a:blip r:embed="rId8"/>
          <a:stretch/>
        </p:blipFill>
        <p:spPr>
          <a:xfrm>
            <a:off x="6588720" y="201600"/>
            <a:ext cx="1828440" cy="923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1" r:id="rId9"/>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 name="Table 1"/>
          <p:cNvGraphicFramePr/>
          <p:nvPr/>
        </p:nvGraphicFramePr>
        <p:xfrm>
          <a:off x="187920" y="3611520"/>
          <a:ext cx="6095520" cy="1854000"/>
        </p:xfrm>
        <a:graphic>
          <a:graphicData uri="http://schemas.openxmlformats.org/drawingml/2006/table">
            <a:tbl>
              <a:tblPr/>
              <a:tblGrid>
                <a:gridCol w="3047760"/>
                <a:gridCol w="3047760"/>
              </a:tblGrid>
              <a:tr h="370800">
                <a:tc>
                  <a:txBody>
                    <a:bodyPr anchor="t">
                      <a:noAutofit/>
                    </a:bodyPr>
                    <a:p>
                      <a:pPr defTabSz="914400">
                        <a:lnSpc>
                          <a:spcPct val="100000"/>
                        </a:lnSpc>
                      </a:pPr>
                      <a:r>
                        <a:rPr b="1" lang="en-US" sz="1800" spc="-1" strike="noStrike">
                          <a:solidFill>
                            <a:schemeClr val="lt1"/>
                          </a:solidFill>
                          <a:latin typeface="Calibri"/>
                        </a:rPr>
                        <a:t>Student Name</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pc="-1" strike="noStrike">
                          <a:solidFill>
                            <a:schemeClr val="lt1"/>
                          </a:solidFill>
                          <a:latin typeface="Calibri"/>
                        </a:rPr>
                        <a:t>Student Id</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b="0" lang="en-US" sz="1800" spc="-1" strike="noStrike">
                          <a:solidFill>
                            <a:schemeClr val="dk1"/>
                          </a:solidFill>
                          <a:latin typeface="Calibri"/>
                        </a:rPr>
                        <a:t>Varun Bali</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2211981456</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1800" spc="-1" strike="noStrike">
                          <a:solidFill>
                            <a:schemeClr val="dk1"/>
                          </a:solidFill>
                          <a:latin typeface="Calibri"/>
                        </a:rPr>
                        <a:t>Abhinav Sharma</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2211985001</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en-US" sz="1800" spc="-1" strike="noStrike">
                          <a:solidFill>
                            <a:schemeClr val="dk1"/>
                          </a:solidFill>
                          <a:latin typeface="Calibri"/>
                        </a:rPr>
                        <a:t>Harsh Yadav</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2211981465</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1800" spc="-1" strike="noStrike">
                          <a:solidFill>
                            <a:schemeClr val="dk1"/>
                          </a:solidFill>
                          <a:latin typeface="Calibri"/>
                        </a:rPr>
                        <a:t>Vansh Rana</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2211981454</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38" name="TextBox 2"/>
          <p:cNvSpPr/>
          <p:nvPr/>
        </p:nvSpPr>
        <p:spPr>
          <a:xfrm>
            <a:off x="228600" y="3293640"/>
            <a:ext cx="27428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u="sng">
                <a:solidFill>
                  <a:schemeClr val="dk1"/>
                </a:solidFill>
                <a:uFillTx/>
                <a:latin typeface="Arial"/>
                <a:ea typeface="MS PGothic"/>
              </a:rPr>
              <a:t>Presented By </a:t>
            </a:r>
            <a:r>
              <a:rPr b="0" lang="en-US" sz="1800" spc="-1" strike="noStrike">
                <a:solidFill>
                  <a:schemeClr val="dk1"/>
                </a:solidFill>
                <a:latin typeface="Arial"/>
                <a:ea typeface="MS PGothic"/>
              </a:rPr>
              <a:t>:-</a:t>
            </a:r>
            <a:endParaRPr b="0" lang="en-US" sz="1800" spc="-1" strike="noStrike">
              <a:solidFill>
                <a:srgbClr val="000000"/>
              </a:solidFill>
              <a:latin typeface="Arial"/>
            </a:endParaRPr>
          </a:p>
        </p:txBody>
      </p:sp>
      <p:sp>
        <p:nvSpPr>
          <p:cNvPr id="39" name=""/>
          <p:cNvSpPr txBox="1"/>
          <p:nvPr/>
        </p:nvSpPr>
        <p:spPr>
          <a:xfrm>
            <a:off x="685800" y="1143000"/>
            <a:ext cx="7727400" cy="1570320"/>
          </a:xfrm>
          <a:prstGeom prst="rect">
            <a:avLst/>
          </a:prstGeom>
          <a:noFill/>
          <a:ln w="0">
            <a:noFill/>
          </a:ln>
        </p:spPr>
        <p:txBody>
          <a:bodyPr lIns="90000" rIns="90000" tIns="45000" bIns="45000" anchor="t">
            <a:noAutofit/>
          </a:bodyPr>
          <a:p>
            <a:r>
              <a:rPr b="0" lang="en-US" sz="1800" spc="-1" strike="noStrike">
                <a:solidFill>
                  <a:srgbClr val="000000"/>
                </a:solidFill>
                <a:latin typeface="Arial"/>
              </a:rPr>
              <a:t>Project Presentation of Industry Oriented Hands on Experience (22CS422)</a:t>
            </a:r>
            <a:endParaRPr b="0" lang="en-US" sz="1800" spc="-1" strike="noStrike">
              <a:solidFill>
                <a:srgbClr val="000000"/>
              </a:solidFill>
              <a:latin typeface="Arial"/>
            </a:endParaRPr>
          </a:p>
          <a:p>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On</a:t>
            </a:r>
            <a:endParaRPr b="0" lang="en-US" sz="1800" spc="-1" strike="noStrike">
              <a:solidFill>
                <a:srgbClr val="000000"/>
              </a:solidFill>
              <a:latin typeface="Arial"/>
            </a:endParaRPr>
          </a:p>
          <a:p>
            <a:pPr>
              <a:lnSpc>
                <a:spcPct val="100000"/>
              </a:lnSpc>
              <a:spcBef>
                <a:spcPts val="1191"/>
              </a:spcBef>
              <a:spcAft>
                <a:spcPts val="992"/>
              </a:spcAft>
            </a:pPr>
            <a:r>
              <a:rPr b="0" lang="en-US" sz="1000" spc="-1" strike="noStrike">
                <a:solidFill>
                  <a:srgbClr val="000000"/>
                </a:solidFill>
                <a:latin typeface="Arial"/>
              </a:rPr>
              <a:t>                                                                        </a:t>
            </a:r>
            <a:r>
              <a:rPr b="0" lang="en-US" sz="1000" spc="-1" strike="noStrike">
                <a:solidFill>
                  <a:srgbClr val="000000"/>
                </a:solidFill>
                <a:latin typeface="Arial"/>
              </a:rPr>
              <a:t>Civis - Smart Civic Issue Reporting Platform</a:t>
            </a:r>
            <a:endParaRPr b="0" lang="en-US" sz="1000" spc="-1" strike="noStrike">
              <a:solidFill>
                <a:srgbClr val="000000"/>
              </a:solidFill>
              <a:latin typeface="Arial"/>
            </a:endParaRPr>
          </a:p>
          <a:p>
            <a:r>
              <a:rPr b="0" lang="en-US" sz="1000" spc="-1" strike="noStrike">
                <a:solidFill>
                  <a:srgbClr val="000000"/>
                </a:solidFill>
                <a:latin typeface="Arial"/>
              </a:rPr>
              <a:t>                 </a:t>
            </a:r>
            <a:endParaRPr b="0" lang="en-US" sz="1000" spc="-1" strike="noStrike">
              <a:solidFill>
                <a:srgbClr val="000000"/>
              </a:solidFill>
              <a:latin typeface="Arial"/>
            </a:endParaRPr>
          </a:p>
        </p:txBody>
      </p:sp>
      <p:sp>
        <p:nvSpPr>
          <p:cNvPr id="40" name=""/>
          <p:cNvSpPr txBox="1"/>
          <p:nvPr/>
        </p:nvSpPr>
        <p:spPr>
          <a:xfrm>
            <a:off x="1722600" y="5715000"/>
            <a:ext cx="5364000" cy="858600"/>
          </a:xfrm>
          <a:prstGeom prst="rect">
            <a:avLst/>
          </a:prstGeom>
          <a:noFill/>
          <a:ln w="0">
            <a:noFill/>
          </a:ln>
        </p:spPr>
        <p:txBody>
          <a:bodyPr lIns="90000" rIns="90000" tIns="45000" bIns="45000" anchor="t">
            <a:noAutofit/>
          </a:bodyPr>
          <a:p>
            <a:pPr>
              <a:lnSpc>
                <a:spcPct val="100000"/>
              </a:lnSpc>
            </a:pPr>
            <a:r>
              <a:rPr b="0" lang="en-US" sz="1800" spc="-1" strike="noStrike">
                <a:solidFill>
                  <a:srgbClr val="000000"/>
                </a:solidFill>
                <a:latin typeface="Arial"/>
              </a:rPr>
              <a:t>Department of Computer Science and Engineering,</a:t>
            </a:r>
            <a:endParaRPr b="0" lang="en-US" sz="1800" spc="-1" strike="noStrike">
              <a:solidFill>
                <a:srgbClr val="000000"/>
              </a:solidFill>
              <a:latin typeface="Arial"/>
              <a:ea typeface="Noto Sans CJK SC"/>
            </a:endParaRPr>
          </a:p>
          <a:p>
            <a:pPr>
              <a:lnSpc>
                <a:spcPct val="100000"/>
              </a:lnSpc>
            </a:pPr>
            <a:r>
              <a:rPr b="0" lang="en-US" sz="1800" spc="-1" strike="noStrike">
                <a:solidFill>
                  <a:srgbClr val="000000"/>
                </a:solidFill>
                <a:latin typeface="Arial"/>
              </a:rPr>
              <a:t>               </a:t>
            </a:r>
            <a:r>
              <a:rPr b="0" lang="en-US" sz="1800" spc="-1" strike="noStrike">
                <a:solidFill>
                  <a:srgbClr val="000000"/>
                </a:solidFill>
                <a:latin typeface="Arial"/>
              </a:rPr>
              <a:t>Chitkara University, Punjab</a:t>
            </a:r>
            <a:endParaRPr b="0" lang="en-US" sz="1800" spc="-1" strike="noStrike">
              <a:solidFill>
                <a:srgbClr val="000000"/>
              </a:solidFill>
              <a:latin typeface="Arial"/>
              <a:ea typeface="Noto Sans CJK SC"/>
            </a:endParaRPr>
          </a:p>
          <a:p>
            <a:pPr>
              <a:lnSpc>
                <a:spcPct val="100000"/>
              </a:lnSpc>
            </a:pPr>
            <a:endParaRPr b="0" lang="en-US" sz="1800" spc="-1" strike="noStrike">
              <a:solidFill>
                <a:srgbClr val="000000"/>
              </a:solidFill>
              <a:latin typeface="Arial"/>
              <a:ea typeface="Noto Sans CJK SC"/>
            </a:endParaRPr>
          </a:p>
        </p:txBody>
      </p:sp>
      <p:sp>
        <p:nvSpPr>
          <p:cNvPr id="41" name=""/>
          <p:cNvSpPr txBox="1"/>
          <p:nvPr/>
        </p:nvSpPr>
        <p:spPr>
          <a:xfrm>
            <a:off x="228600" y="2743200"/>
            <a:ext cx="4129200" cy="602280"/>
          </a:xfrm>
          <a:prstGeom prst="rect">
            <a:avLst/>
          </a:prstGeom>
          <a:noFill/>
          <a:ln w="0">
            <a:noFill/>
          </a:ln>
        </p:spPr>
        <p:txBody>
          <a:bodyPr lIns="90000" rIns="90000" tIns="45000" bIns="45000" anchor="t">
            <a:noAutofit/>
          </a:bodyPr>
          <a:p>
            <a:r>
              <a:rPr b="1" lang="en-US" sz="1800" spc="-1" strike="noStrike" u="sng">
                <a:solidFill>
                  <a:schemeClr val="dk1"/>
                </a:solidFill>
                <a:uFillTx/>
                <a:latin typeface="Arial"/>
                <a:ea typeface="MS PGothic"/>
              </a:rPr>
              <a:t>Supervised By </a:t>
            </a:r>
            <a:r>
              <a:rPr b="0" lang="en-US" sz="1800" spc="-1" strike="noStrike">
                <a:solidFill>
                  <a:schemeClr val="dk1"/>
                </a:solidFill>
                <a:latin typeface="Arial"/>
                <a:ea typeface="MS PGothic"/>
              </a:rPr>
              <a:t>:- Mrs. Swati Goel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4400" spc="-1" strike="noStrike">
                <a:solidFill>
                  <a:schemeClr val="dk1"/>
                </a:solidFill>
                <a:latin typeface="Times New Roman"/>
                <a:ea typeface="MS PGothic"/>
              </a:rPr>
              <a:t>Index</a:t>
            </a:r>
            <a:endParaRPr b="0" lang="en-US" sz="4400" spc="-1" strike="noStrike">
              <a:solidFill>
                <a:schemeClr val="dk1"/>
              </a:solidFill>
              <a:latin typeface="Arial"/>
            </a:endParaRPr>
          </a:p>
        </p:txBody>
      </p:sp>
      <p:graphicFrame>
        <p:nvGraphicFramePr>
          <p:cNvPr id="43" name="Content Placeholder 3"/>
          <p:cNvGraphicFramePr/>
          <p:nvPr/>
        </p:nvGraphicFramePr>
        <p:xfrm>
          <a:off x="457200" y="1447920"/>
          <a:ext cx="8229240" cy="4901400"/>
        </p:xfrm>
        <a:graphic>
          <a:graphicData uri="http://schemas.openxmlformats.org/drawingml/2006/table">
            <a:tbl>
              <a:tblPr/>
              <a:tblGrid>
                <a:gridCol w="4114800"/>
                <a:gridCol w="4114800"/>
              </a:tblGrid>
              <a:tr h="363600">
                <a:tc>
                  <a:txBody>
                    <a:bodyPr anchor="t">
                      <a:noAutofit/>
                    </a:bodyPr>
                    <a:p>
                      <a:pPr defTabSz="914400">
                        <a:lnSpc>
                          <a:spcPct val="100000"/>
                        </a:lnSpc>
                      </a:pPr>
                      <a:r>
                        <a:rPr b="1" lang="en-US" sz="1800" spc="-1" strike="noStrike">
                          <a:solidFill>
                            <a:schemeClr val="lt1"/>
                          </a:solidFill>
                          <a:latin typeface="Calibri"/>
                        </a:rPr>
                        <a:t>Topic Name</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pc="-1" strike="noStrike">
                          <a:solidFill>
                            <a:schemeClr val="lt1"/>
                          </a:solidFill>
                          <a:latin typeface="Calibri"/>
                        </a:rPr>
                        <a:t>Page Number ( Current Page is 2 )</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63600">
                <a:tc>
                  <a:txBody>
                    <a:bodyPr anchor="t">
                      <a:noAutofit/>
                    </a:bodyPr>
                    <a:p>
                      <a:pPr defTabSz="914400">
                        <a:lnSpc>
                          <a:spcPct val="100000"/>
                        </a:lnSpc>
                      </a:pPr>
                      <a:r>
                        <a:rPr b="0" lang="en-US" sz="1800" spc="-1" strike="noStrike">
                          <a:solidFill>
                            <a:schemeClr val="dk1"/>
                          </a:solidFill>
                          <a:latin typeface="Calibri"/>
                        </a:rPr>
                        <a:t>Index</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3600">
                <a:tc>
                  <a:txBody>
                    <a:bodyPr anchor="t">
                      <a:noAutofit/>
                    </a:bodyPr>
                    <a:p>
                      <a:pPr defTabSz="914400">
                        <a:lnSpc>
                          <a:spcPct val="100000"/>
                        </a:lnSpc>
                      </a:pPr>
                      <a:r>
                        <a:rPr b="0" lang="en-US" sz="1800" spc="-1" strike="noStrike">
                          <a:solidFill>
                            <a:schemeClr val="dk1"/>
                          </a:solidFill>
                          <a:latin typeface="Calibri"/>
                        </a:rPr>
                        <a:t>Introduction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3</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3600">
                <a:tc>
                  <a:txBody>
                    <a:bodyPr anchor="t">
                      <a:noAutofit/>
                    </a:bodyPr>
                    <a:p>
                      <a:pPr defTabSz="914400">
                        <a:lnSpc>
                          <a:spcPct val="100000"/>
                        </a:lnSpc>
                      </a:pPr>
                      <a:r>
                        <a:rPr b="0" lang="en-US" sz="1800" spc="-1" strike="noStrike">
                          <a:solidFill>
                            <a:schemeClr val="dk1"/>
                          </a:solidFill>
                          <a:latin typeface="Calibri"/>
                        </a:rPr>
                        <a:t>Problem Statement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4</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3600">
                <a:tc>
                  <a:txBody>
                    <a:bodyPr anchor="t">
                      <a:noAutofit/>
                    </a:bodyPr>
                    <a:p>
                      <a:pPr defTabSz="914400">
                        <a:lnSpc>
                          <a:spcPct val="100000"/>
                        </a:lnSpc>
                      </a:pPr>
                      <a:r>
                        <a:rPr b="0" lang="en-US" sz="1800" spc="-1" strike="noStrike">
                          <a:solidFill>
                            <a:schemeClr val="dk1"/>
                          </a:solidFill>
                          <a:latin typeface="Calibri"/>
                        </a:rPr>
                        <a:t>Objective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5</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3600">
                <a:tc>
                  <a:txBody>
                    <a:bodyPr anchor="t">
                      <a:noAutofit/>
                    </a:bodyPr>
                    <a:p>
                      <a:pPr defTabSz="914400">
                        <a:lnSpc>
                          <a:spcPct val="100000"/>
                        </a:lnSpc>
                      </a:pPr>
                      <a:r>
                        <a:rPr b="0" lang="en-US" sz="1800" spc="-1" strike="noStrike">
                          <a:solidFill>
                            <a:schemeClr val="dk1"/>
                          </a:solidFill>
                          <a:latin typeface="Calibri"/>
                        </a:rPr>
                        <a:t>Core Features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6,7</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3600">
                <a:tc>
                  <a:txBody>
                    <a:bodyPr anchor="t">
                      <a:noAutofit/>
                    </a:bodyPr>
                    <a:p>
                      <a:pPr defTabSz="914400">
                        <a:lnSpc>
                          <a:spcPct val="100000"/>
                        </a:lnSpc>
                      </a:pPr>
                      <a:r>
                        <a:rPr b="0" lang="en-US" sz="1800" spc="-1" strike="noStrike">
                          <a:solidFill>
                            <a:schemeClr val="dk1"/>
                          </a:solidFill>
                          <a:latin typeface="Calibri"/>
                        </a:rPr>
                        <a:t>Tech Stack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8</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3600">
                <a:tc>
                  <a:txBody>
                    <a:bodyPr anchor="t">
                      <a:noAutofit/>
                    </a:bodyPr>
                    <a:p>
                      <a:pPr defTabSz="914400">
                        <a:lnSpc>
                          <a:spcPct val="100000"/>
                        </a:lnSpc>
                      </a:pPr>
                      <a:r>
                        <a:rPr b="0" lang="en-IN" sz="1800" spc="-1" strike="noStrike">
                          <a:solidFill>
                            <a:schemeClr val="dk1"/>
                          </a:solidFill>
                          <a:latin typeface="Calibri"/>
                        </a:rPr>
                        <a:t>Methodology &amp; Facilities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9</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3600">
                <a:tc>
                  <a:txBody>
                    <a:bodyPr anchor="t">
                      <a:noAutofit/>
                    </a:bodyPr>
                    <a:p>
                      <a:pPr defTabSz="914400">
                        <a:lnSpc>
                          <a:spcPct val="100000"/>
                        </a:lnSpc>
                        <a:tabLst>
                          <a:tab algn="l" pos="0"/>
                        </a:tabLst>
                      </a:pPr>
                      <a:r>
                        <a:rPr b="0" lang="en-US" sz="1800" spc="-1" strike="noStrike">
                          <a:solidFill>
                            <a:schemeClr val="dk1"/>
                          </a:solidFill>
                          <a:latin typeface="Calibri"/>
                        </a:rPr>
                        <a:t>Civis Flow Diagram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10</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3600">
                <a:tc>
                  <a:txBody>
                    <a:bodyPr anchor="t">
                      <a:noAutofit/>
                    </a:bodyPr>
                    <a:p>
                      <a:pPr defTabSz="914400">
                        <a:lnSpc>
                          <a:spcPct val="100000"/>
                        </a:lnSpc>
                        <a:tabLst>
                          <a:tab algn="l" pos="0"/>
                        </a:tabLst>
                      </a:pPr>
                      <a:r>
                        <a:rPr b="0" lang="en-US" sz="1800" spc="-1" strike="noStrike">
                          <a:solidFill>
                            <a:schemeClr val="dk1"/>
                          </a:solidFill>
                          <a:latin typeface="Calibri"/>
                        </a:rPr>
                        <a:t>Use-Case Diagram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11</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3600">
                <a:tc>
                  <a:txBody>
                    <a:bodyPr anchor="t">
                      <a:noAutofit/>
                    </a:bodyPr>
                    <a:p>
                      <a:pPr defTabSz="914400">
                        <a:lnSpc>
                          <a:spcPct val="100000"/>
                        </a:lnSpc>
                        <a:tabLst>
                          <a:tab algn="l" pos="0"/>
                        </a:tabLst>
                      </a:pPr>
                      <a:r>
                        <a:rPr b="0" lang="en-US" sz="1800" spc="-1" strike="noStrike">
                          <a:solidFill>
                            <a:schemeClr val="dk1"/>
                          </a:solidFill>
                          <a:latin typeface="Calibri"/>
                        </a:rPr>
                        <a:t>Class Diagram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12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3600">
                <a:tc>
                  <a:txBody>
                    <a:bodyPr anchor="t">
                      <a:noAutofit/>
                    </a:bodyPr>
                    <a:p>
                      <a:pPr defTabSz="914400">
                        <a:lnSpc>
                          <a:spcPct val="100000"/>
                        </a:lnSpc>
                        <a:tabLst>
                          <a:tab algn="l" pos="0"/>
                        </a:tabLst>
                      </a:pPr>
                      <a:r>
                        <a:rPr b="0" lang="en-US" sz="1800" spc="-1" strike="noStrike">
                          <a:solidFill>
                            <a:schemeClr val="dk1"/>
                          </a:solidFill>
                          <a:latin typeface="Calibri"/>
                        </a:rPr>
                        <a:t>Conclusion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13</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34960">
                <a:tc>
                  <a:txBody>
                    <a:bodyPr anchor="t">
                      <a:noAutofit/>
                    </a:bodyPr>
                    <a:p>
                      <a:endParaRPr b="0" lang="en-US" sz="1800" spc="-1" strike="noStrike">
                        <a:solidFill>
                          <a:schemeClr val="dk1"/>
                        </a:solidFill>
                        <a:latin typeface="Calibri"/>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b="0" lang="en-IN" sz="1800" spc="-1" strike="noStrike">
                        <a:solidFill>
                          <a:schemeClr val="dk1"/>
                        </a:solidFill>
                        <a:latin typeface="Calibri"/>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3200" spc="-1" strike="noStrike">
                <a:solidFill>
                  <a:schemeClr val="dk1"/>
                </a:solidFill>
                <a:latin typeface="Times New Roman"/>
                <a:ea typeface="MS PGothic"/>
              </a:rPr>
              <a:t>Introduction</a:t>
            </a:r>
            <a:endParaRPr b="0" lang="en-US" sz="3200" spc="-1" strike="noStrike">
              <a:solidFill>
                <a:schemeClr val="dk1"/>
              </a:solidFill>
              <a:latin typeface="Arial"/>
            </a:endParaRPr>
          </a:p>
        </p:txBody>
      </p:sp>
      <p:sp>
        <p:nvSpPr>
          <p:cNvPr id="45" name="PlaceHolder 2"/>
          <p:cNvSpPr>
            <a:spLocks noGrp="1"/>
          </p:cNvSpPr>
          <p:nvPr>
            <p:ph/>
          </p:nvPr>
        </p:nvSpPr>
        <p:spPr>
          <a:xfrm>
            <a:off x="457200" y="1143000"/>
            <a:ext cx="8229240" cy="5333760"/>
          </a:xfrm>
          <a:prstGeom prst="rect">
            <a:avLst/>
          </a:prstGeom>
          <a:noFill/>
          <a:ln w="9360">
            <a:noFill/>
          </a:ln>
        </p:spPr>
        <p:txBody>
          <a:bodyPr numCol="1" spcCol="0" lIns="91440" rIns="91440" tIns="45720" bIns="45720" anchor="t">
            <a:noAutofit/>
          </a:bodyPr>
          <a:p>
            <a:pPr indent="0">
              <a:lnSpc>
                <a:spcPct val="100000"/>
              </a:lnSpc>
              <a:spcBef>
                <a:spcPts val="561"/>
              </a:spcBef>
              <a:buNone/>
              <a:tabLst>
                <a:tab algn="l" pos="0"/>
              </a:tabLst>
            </a:pPr>
            <a:r>
              <a:rPr b="0" lang="en-US" sz="2800" spc="-1" strike="noStrike">
                <a:solidFill>
                  <a:schemeClr val="dk1"/>
                </a:solidFill>
                <a:latin typeface="Calibri"/>
                <a:ea typeface="MS PGothic"/>
              </a:rPr>
              <a:t>• </a:t>
            </a:r>
            <a:r>
              <a:rPr b="0" lang="en-US" sz="2800" spc="-1" strike="noStrike">
                <a:solidFill>
                  <a:schemeClr val="dk1"/>
                </a:solidFill>
                <a:latin typeface="Calibri"/>
                <a:ea typeface="MS PGothic"/>
              </a:rPr>
              <a:t>In many cities, civic issues like potholes, garbage overflow and water leakage are common.</a:t>
            </a:r>
            <a:endParaRPr b="0" lang="en-US" sz="2800" spc="-1" strike="noStrike">
              <a:solidFill>
                <a:schemeClr val="dk1"/>
              </a:solidFill>
              <a:latin typeface="Calibri"/>
            </a:endParaRPr>
          </a:p>
          <a:p>
            <a:pPr indent="0">
              <a:lnSpc>
                <a:spcPct val="100000"/>
              </a:lnSpc>
              <a:spcBef>
                <a:spcPts val="561"/>
              </a:spcBef>
              <a:buNone/>
              <a:tabLst>
                <a:tab algn="l" pos="0"/>
              </a:tabLst>
            </a:pPr>
            <a:endParaRPr b="0" lang="en-US" sz="2800" spc="-1" strike="noStrike">
              <a:solidFill>
                <a:schemeClr val="dk1"/>
              </a:solidFill>
              <a:latin typeface="Calibri"/>
            </a:endParaRPr>
          </a:p>
          <a:p>
            <a:pPr indent="0">
              <a:lnSpc>
                <a:spcPct val="100000"/>
              </a:lnSpc>
              <a:spcBef>
                <a:spcPts val="561"/>
              </a:spcBef>
              <a:buNone/>
              <a:tabLst>
                <a:tab algn="l" pos="0"/>
              </a:tabLst>
            </a:pPr>
            <a:r>
              <a:rPr b="0" lang="en-US" sz="2800" spc="-1" strike="noStrike">
                <a:solidFill>
                  <a:schemeClr val="dk1"/>
                </a:solidFill>
                <a:latin typeface="Calibri"/>
                <a:ea typeface="MS PGothic"/>
              </a:rPr>
              <a:t>• </a:t>
            </a:r>
            <a:r>
              <a:rPr b="0" lang="en-US" sz="2800" spc="-1" strike="noStrike">
                <a:solidFill>
                  <a:schemeClr val="dk1"/>
                </a:solidFill>
                <a:latin typeface="Calibri"/>
                <a:ea typeface="MS PGothic"/>
              </a:rPr>
              <a:t>The existing complaint system is slow and mostly manual.</a:t>
            </a:r>
            <a:endParaRPr b="0" lang="en-US" sz="2800" spc="-1" strike="noStrike">
              <a:solidFill>
                <a:schemeClr val="dk1"/>
              </a:solidFill>
              <a:latin typeface="Calibri"/>
            </a:endParaRPr>
          </a:p>
          <a:p>
            <a:pPr indent="0">
              <a:lnSpc>
                <a:spcPct val="100000"/>
              </a:lnSpc>
              <a:spcBef>
                <a:spcPts val="561"/>
              </a:spcBef>
              <a:buNone/>
              <a:tabLst>
                <a:tab algn="l" pos="0"/>
              </a:tabLst>
            </a:pPr>
            <a:endParaRPr b="0" lang="en-US" sz="2800" spc="-1" strike="noStrike">
              <a:solidFill>
                <a:schemeClr val="dk1"/>
              </a:solidFill>
              <a:latin typeface="Calibri"/>
            </a:endParaRPr>
          </a:p>
          <a:p>
            <a:pPr indent="0">
              <a:lnSpc>
                <a:spcPct val="100000"/>
              </a:lnSpc>
              <a:spcBef>
                <a:spcPts val="561"/>
              </a:spcBef>
              <a:buNone/>
              <a:tabLst>
                <a:tab algn="l" pos="0"/>
              </a:tabLst>
            </a:pPr>
            <a:r>
              <a:rPr b="0" lang="en-US" sz="2800" spc="-1" strike="noStrike">
                <a:solidFill>
                  <a:schemeClr val="dk1"/>
                </a:solidFill>
                <a:latin typeface="Calibri"/>
                <a:ea typeface="MS PGothic"/>
              </a:rPr>
              <a:t>• </a:t>
            </a:r>
            <a:r>
              <a:rPr b="0" lang="en-US" sz="2800" spc="-1" strike="noStrike">
                <a:solidFill>
                  <a:schemeClr val="dk1"/>
                </a:solidFill>
                <a:latin typeface="Calibri"/>
                <a:ea typeface="MS PGothic"/>
              </a:rPr>
              <a:t>Citizens often do not get updates about their complaints.</a:t>
            </a:r>
            <a:endParaRPr b="0" lang="en-US" sz="2800" spc="-1" strike="noStrike">
              <a:solidFill>
                <a:schemeClr val="dk1"/>
              </a:solidFill>
              <a:latin typeface="Calibri"/>
            </a:endParaRPr>
          </a:p>
          <a:p>
            <a:pPr indent="0">
              <a:lnSpc>
                <a:spcPct val="100000"/>
              </a:lnSpc>
              <a:spcBef>
                <a:spcPts val="561"/>
              </a:spcBef>
              <a:buNone/>
              <a:tabLst>
                <a:tab algn="l" pos="0"/>
              </a:tabLst>
            </a:pPr>
            <a:endParaRPr b="0" lang="en-US" sz="2800" spc="-1" strike="noStrike">
              <a:solidFill>
                <a:schemeClr val="dk1"/>
              </a:solidFill>
              <a:latin typeface="Calibri"/>
            </a:endParaRPr>
          </a:p>
          <a:p>
            <a:pPr indent="0">
              <a:lnSpc>
                <a:spcPct val="100000"/>
              </a:lnSpc>
              <a:spcBef>
                <a:spcPts val="561"/>
              </a:spcBef>
              <a:buNone/>
              <a:tabLst>
                <a:tab algn="l" pos="0"/>
              </a:tabLst>
            </a:pPr>
            <a:r>
              <a:rPr b="0" lang="en-US" sz="2800" spc="-1" strike="noStrike">
                <a:solidFill>
                  <a:schemeClr val="dk1"/>
                </a:solidFill>
                <a:latin typeface="Calibri"/>
                <a:ea typeface="MS PGothic"/>
              </a:rPr>
              <a:t>• </a:t>
            </a:r>
            <a:r>
              <a:rPr b="0" lang="en-US" sz="2800" spc="-1" strike="noStrike">
                <a:solidFill>
                  <a:schemeClr val="dk1"/>
                </a:solidFill>
                <a:latin typeface="Calibri"/>
                <a:ea typeface="MS PGothic"/>
              </a:rPr>
              <a:t>There is no centralized platform to manage and track all complaints efficiently.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4400" spc="-1" strike="noStrike">
                <a:solidFill>
                  <a:schemeClr val="dk1"/>
                </a:solidFill>
                <a:latin typeface="Times New Roman"/>
                <a:ea typeface="MS PGothic"/>
              </a:rPr>
              <a:t>Problem </a:t>
            </a:r>
            <a:r>
              <a:rPr b="1" lang="en-US" sz="4400" spc="-1" strike="noStrike">
                <a:solidFill>
                  <a:schemeClr val="dk1"/>
                </a:solidFill>
                <a:latin typeface="Times New Roman"/>
                <a:ea typeface="MS PGothic"/>
              </a:rPr>
              <a:t>Statement</a:t>
            </a:r>
            <a:endParaRPr b="0" lang="en-US" sz="4400" spc="-1" strike="noStrike">
              <a:solidFill>
                <a:schemeClr val="dk1"/>
              </a:solidFill>
              <a:latin typeface="Arial"/>
            </a:endParaRPr>
          </a:p>
        </p:txBody>
      </p:sp>
      <p:sp>
        <p:nvSpPr>
          <p:cNvPr id="47" name="PlaceHolder 2"/>
          <p:cNvSpPr>
            <a:spLocks noGrp="1"/>
          </p:cNvSpPr>
          <p:nvPr>
            <p:ph/>
          </p:nvPr>
        </p:nvSpPr>
        <p:spPr>
          <a:xfrm>
            <a:off x="457200" y="1143000"/>
            <a:ext cx="8229240" cy="5333760"/>
          </a:xfrm>
          <a:prstGeom prst="rect">
            <a:avLst/>
          </a:prstGeom>
          <a:noFill/>
          <a:ln w="9360">
            <a:noFill/>
          </a:ln>
        </p:spPr>
        <p:txBody>
          <a:bodyPr numCol="1" spcCol="0" lIns="91440" rIns="91440" tIns="45720" bIns="45720" anchor="t">
            <a:noAutofit/>
          </a:bodyPr>
          <a:p>
            <a:pPr marL="343080" indent="-343080">
              <a:lnSpc>
                <a:spcPct val="100000"/>
              </a:lnSpc>
              <a:spcBef>
                <a:spcPts val="320"/>
              </a:spcBef>
              <a:buClr>
                <a:srgbClr val="000000"/>
              </a:buClr>
              <a:buFont typeface="Arial"/>
              <a:buChar char="•"/>
            </a:pPr>
            <a:r>
              <a:rPr b="0" lang="en-US" sz="1600" spc="-1" strike="noStrike">
                <a:solidFill>
                  <a:schemeClr val="dk1"/>
                </a:solidFill>
                <a:latin typeface="Calibri"/>
                <a:ea typeface="MS PGothic"/>
              </a:rPr>
              <a:t>The current system for reporting civic issues in cities is not very efficient. People often face problems like potholes, garbage overflow, water leakage, and broken streetlights, but there is no easy and proper way to report them. Most of the time, complaints are made through phone calls or manual methods, which are slow and unorganized.</a:t>
            </a:r>
            <a:endParaRPr b="0" lang="en-US" sz="1600" spc="-1" strike="noStrike">
              <a:solidFill>
                <a:schemeClr val="dk1"/>
              </a:solidFill>
              <a:latin typeface="Calibri"/>
            </a:endParaRPr>
          </a:p>
          <a:p>
            <a:pPr marL="343080" indent="-343080">
              <a:lnSpc>
                <a:spcPct val="100000"/>
              </a:lnSpc>
              <a:spcBef>
                <a:spcPts val="320"/>
              </a:spcBef>
              <a:buClr>
                <a:srgbClr val="000000"/>
              </a:buClr>
              <a:buFont typeface="Arial"/>
              <a:buChar char="•"/>
            </a:pPr>
            <a:r>
              <a:rPr b="0" lang="en-US" sz="1600" spc="-1" strike="noStrike">
                <a:solidFill>
                  <a:schemeClr val="dk1"/>
                </a:solidFill>
                <a:latin typeface="Calibri"/>
                <a:ea typeface="MS PGothic"/>
              </a:rPr>
              <a:t>There is also no clear way for citizens to track the status of their complaints, which creates frustration and lack of trust in the system. In many cases, duplicate or false complaints are also submitted because there is no proper verification process. On the other hand, authorities find it difficult to manage and prioritize complaints due to the lack of a structured system. This leads to delays and inefficient handling of civic issues.</a:t>
            </a:r>
            <a:endParaRPr b="0" lang="en-US" sz="1600" spc="-1" strike="noStrike">
              <a:solidFill>
                <a:schemeClr val="dk1"/>
              </a:solidFill>
              <a:latin typeface="Calibri"/>
            </a:endParaRPr>
          </a:p>
          <a:p>
            <a:pPr indent="0">
              <a:lnSpc>
                <a:spcPct val="100000"/>
              </a:lnSpc>
              <a:spcBef>
                <a:spcPts val="320"/>
              </a:spcBef>
              <a:buNone/>
              <a:tabLst>
                <a:tab algn="l" pos="0"/>
              </a:tabLst>
            </a:pPr>
            <a:r>
              <a:rPr b="1" lang="en-US" sz="1600" spc="-1" strike="noStrike">
                <a:solidFill>
                  <a:schemeClr val="dk1"/>
                </a:solidFill>
                <a:latin typeface="Calibri"/>
                <a:ea typeface="MS PGothic"/>
              </a:rPr>
              <a:t>Key Challenges :</a:t>
            </a:r>
            <a:endParaRPr b="0" lang="en-US" sz="1600" spc="-1" strike="noStrike">
              <a:solidFill>
                <a:schemeClr val="dk1"/>
              </a:solidFill>
              <a:latin typeface="Calibri"/>
            </a:endParaRPr>
          </a:p>
          <a:p>
            <a:pPr marL="343080" indent="-343080">
              <a:lnSpc>
                <a:spcPct val="100000"/>
              </a:lnSpc>
              <a:spcBef>
                <a:spcPts val="320"/>
              </a:spcBef>
              <a:buClr>
                <a:srgbClr val="000000"/>
              </a:buClr>
              <a:buFont typeface="Arial"/>
              <a:buChar char="•"/>
              <a:tabLst>
                <a:tab algn="l" pos="0"/>
              </a:tabLst>
            </a:pPr>
            <a:r>
              <a:rPr b="1" lang="en-US" sz="1600" spc="-1" strike="noStrike">
                <a:solidFill>
                  <a:schemeClr val="dk1"/>
                </a:solidFill>
                <a:latin typeface="Calibri"/>
                <a:ea typeface="MS PGothic"/>
              </a:rPr>
              <a:t>No Centralized Platform:</a:t>
            </a:r>
            <a:br>
              <a:rPr sz="1600"/>
            </a:br>
            <a:r>
              <a:rPr b="0" lang="en-US" sz="1600" spc="-1" strike="noStrike">
                <a:solidFill>
                  <a:schemeClr val="dk1"/>
                </a:solidFill>
                <a:latin typeface="Calibri"/>
                <a:ea typeface="MS PGothic"/>
              </a:rPr>
              <a:t>There is no single platform where users can easily report and manage complaints.</a:t>
            </a:r>
            <a:endParaRPr b="0" lang="en-US" sz="1600" spc="-1" strike="noStrike">
              <a:solidFill>
                <a:schemeClr val="dk1"/>
              </a:solidFill>
              <a:latin typeface="Calibri"/>
            </a:endParaRPr>
          </a:p>
          <a:p>
            <a:pPr marL="343080" indent="-343080">
              <a:lnSpc>
                <a:spcPct val="100000"/>
              </a:lnSpc>
              <a:spcBef>
                <a:spcPts val="320"/>
              </a:spcBef>
              <a:buClr>
                <a:srgbClr val="000000"/>
              </a:buClr>
              <a:buFont typeface="Arial"/>
              <a:buChar char="•"/>
              <a:tabLst>
                <a:tab algn="l" pos="0"/>
              </a:tabLst>
            </a:pPr>
            <a:r>
              <a:rPr b="1" lang="en-US" sz="1600" spc="-1" strike="noStrike">
                <a:solidFill>
                  <a:schemeClr val="dk1"/>
                </a:solidFill>
                <a:latin typeface="Calibri"/>
                <a:ea typeface="MS PGothic"/>
              </a:rPr>
              <a:t>Lack of Tracking:</a:t>
            </a:r>
            <a:br>
              <a:rPr sz="1600"/>
            </a:br>
            <a:r>
              <a:rPr b="0" lang="en-US" sz="1600" spc="-1" strike="noStrike">
                <a:solidFill>
                  <a:schemeClr val="dk1"/>
                </a:solidFill>
                <a:latin typeface="Calibri"/>
                <a:ea typeface="MS PGothic"/>
              </a:rPr>
              <a:t>Users cannot see the progress of their complaints.</a:t>
            </a:r>
            <a:endParaRPr b="0" lang="en-US" sz="1600" spc="-1" strike="noStrike">
              <a:solidFill>
                <a:schemeClr val="dk1"/>
              </a:solidFill>
              <a:latin typeface="Calibri"/>
            </a:endParaRPr>
          </a:p>
          <a:p>
            <a:pPr marL="343080" indent="-343080">
              <a:lnSpc>
                <a:spcPct val="100000"/>
              </a:lnSpc>
              <a:spcBef>
                <a:spcPts val="320"/>
              </a:spcBef>
              <a:buClr>
                <a:srgbClr val="000000"/>
              </a:buClr>
              <a:buFont typeface="Arial"/>
              <a:buChar char="•"/>
              <a:tabLst>
                <a:tab algn="l" pos="0"/>
              </a:tabLst>
            </a:pPr>
            <a:r>
              <a:rPr b="1" lang="en-US" sz="1600" spc="-1" strike="noStrike">
                <a:solidFill>
                  <a:schemeClr val="dk1"/>
                </a:solidFill>
                <a:latin typeface="Calibri"/>
                <a:ea typeface="MS PGothic"/>
              </a:rPr>
              <a:t>Duplicate Complaints:</a:t>
            </a:r>
            <a:br>
              <a:rPr sz="1600"/>
            </a:br>
            <a:r>
              <a:rPr b="0" lang="en-US" sz="1600" spc="-1" strike="noStrike">
                <a:solidFill>
                  <a:schemeClr val="dk1"/>
                </a:solidFill>
                <a:latin typeface="Calibri"/>
                <a:ea typeface="MS PGothic"/>
              </a:rPr>
              <a:t>Same issues are reported multiple times.</a:t>
            </a:r>
            <a:endParaRPr b="0" lang="en-US" sz="1600" spc="-1" strike="noStrike">
              <a:solidFill>
                <a:schemeClr val="dk1"/>
              </a:solidFill>
              <a:latin typeface="Calibri"/>
            </a:endParaRPr>
          </a:p>
          <a:p>
            <a:pPr marL="343080" indent="-343080">
              <a:lnSpc>
                <a:spcPct val="100000"/>
              </a:lnSpc>
              <a:spcBef>
                <a:spcPts val="320"/>
              </a:spcBef>
              <a:buClr>
                <a:srgbClr val="000000"/>
              </a:buClr>
              <a:buFont typeface="Arial"/>
              <a:buChar char="•"/>
              <a:tabLst>
                <a:tab algn="l" pos="0"/>
              </a:tabLst>
            </a:pPr>
            <a:r>
              <a:rPr b="1" lang="en-US" sz="1600" spc="-1" strike="noStrike">
                <a:solidFill>
                  <a:schemeClr val="dk1"/>
                </a:solidFill>
                <a:latin typeface="Calibri"/>
                <a:ea typeface="MS PGothic"/>
              </a:rPr>
              <a:t>Poor Communication:</a:t>
            </a:r>
            <a:br>
              <a:rPr sz="1600"/>
            </a:br>
            <a:r>
              <a:rPr b="0" lang="en-US" sz="1600" spc="-1" strike="noStrike">
                <a:solidFill>
                  <a:schemeClr val="dk1"/>
                </a:solidFill>
                <a:latin typeface="Calibri"/>
                <a:ea typeface="MS PGothic"/>
              </a:rPr>
              <a:t>There is a gap between citizens and authorities.</a:t>
            </a:r>
            <a:endParaRPr b="0" lang="en-US" sz="1600" spc="-1" strike="noStrike">
              <a:solidFill>
                <a:schemeClr val="dk1"/>
              </a:solidFill>
              <a:latin typeface="Calibri"/>
            </a:endParaRPr>
          </a:p>
          <a:p>
            <a:pPr marL="343080" indent="-343080">
              <a:lnSpc>
                <a:spcPct val="100000"/>
              </a:lnSpc>
              <a:spcBef>
                <a:spcPts val="320"/>
              </a:spcBef>
              <a:buClr>
                <a:srgbClr val="000000"/>
              </a:buClr>
              <a:buFont typeface="Arial"/>
              <a:buChar char="•"/>
              <a:tabLst>
                <a:tab algn="l" pos="0"/>
              </a:tabLst>
            </a:pPr>
            <a:r>
              <a:rPr b="1" lang="en-US" sz="1600" spc="-1" strike="noStrike">
                <a:solidFill>
                  <a:schemeClr val="dk1"/>
                </a:solidFill>
                <a:latin typeface="Calibri"/>
                <a:ea typeface="MS PGothic"/>
              </a:rPr>
              <a:t>Inefficient Management:</a:t>
            </a:r>
            <a:br>
              <a:rPr sz="1600"/>
            </a:br>
            <a:r>
              <a:rPr b="0" lang="en-US" sz="1600" spc="-1" strike="noStrike">
                <a:solidFill>
                  <a:schemeClr val="dk1"/>
                </a:solidFill>
                <a:latin typeface="Calibri"/>
                <a:ea typeface="MS PGothic"/>
              </a:rPr>
              <a:t>Authorities struggle to handle and prioritize complaints.</a:t>
            </a:r>
            <a:endParaRPr b="0" lang="en-US" sz="1600" spc="-1" strike="noStrike">
              <a:solidFill>
                <a:schemeClr val="dk1"/>
              </a:solidFill>
              <a:latin typeface="Calibri"/>
            </a:endParaRPr>
          </a:p>
          <a:p>
            <a:pPr indent="0">
              <a:lnSpc>
                <a:spcPct val="100000"/>
              </a:lnSpc>
              <a:spcBef>
                <a:spcPts val="360"/>
              </a:spcBef>
              <a:buNone/>
              <a:tabLst>
                <a:tab algn="l" pos="0"/>
              </a:tabLst>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4400" spc="-1" strike="noStrike">
                <a:solidFill>
                  <a:schemeClr val="dk1"/>
                </a:solidFill>
                <a:latin typeface="Times New Roman"/>
                <a:ea typeface="MS PGothic"/>
              </a:rPr>
              <a:t>Objective</a:t>
            </a:r>
            <a:endParaRPr b="0" lang="en-US" sz="4400" spc="-1" strike="noStrike">
              <a:solidFill>
                <a:schemeClr val="dk1"/>
              </a:solidFill>
              <a:latin typeface="Arial"/>
            </a:endParaRPr>
          </a:p>
        </p:txBody>
      </p:sp>
      <p:sp>
        <p:nvSpPr>
          <p:cNvPr id="49" name="PlaceHolder 2"/>
          <p:cNvSpPr>
            <a:spLocks noGrp="1"/>
          </p:cNvSpPr>
          <p:nvPr>
            <p:ph/>
          </p:nvPr>
        </p:nvSpPr>
        <p:spPr>
          <a:xfrm>
            <a:off x="457200" y="1523880"/>
            <a:ext cx="8229240" cy="4800240"/>
          </a:xfrm>
          <a:prstGeom prst="rect">
            <a:avLst/>
          </a:prstGeom>
          <a:noFill/>
          <a:ln w="9360">
            <a:noFill/>
          </a:ln>
        </p:spPr>
        <p:txBody>
          <a:bodyPr numCol="1" spcCol="0" lIns="91440" rIns="91440" tIns="45720" bIns="45720" anchor="t">
            <a:noAutofit/>
          </a:bodyPr>
          <a:p>
            <a:pPr marL="343080" indent="-343080">
              <a:lnSpc>
                <a:spcPct val="100000"/>
              </a:lnSpc>
              <a:spcBef>
                <a:spcPts val="400"/>
              </a:spcBef>
              <a:buClr>
                <a:srgbClr val="000000"/>
              </a:buClr>
              <a:buFont typeface="Arial"/>
              <a:buChar char="•"/>
            </a:pPr>
            <a:r>
              <a:rPr b="0" lang="en-US" sz="2000" spc="-1" strike="noStrike">
                <a:solidFill>
                  <a:schemeClr val="dk1"/>
                </a:solidFill>
                <a:latin typeface="Calibri"/>
                <a:ea typeface="MS PGothic"/>
              </a:rPr>
              <a:t>To overcome the problems in the current civic issue reporting system, the main objective of this project is to develop a simple and user-friendly digital platform. The system will allow citizens to easily report issues such as potholes, garbage, and water leakage along with proper details and location. It will also provide a way for users to track the status of their complaints in real time.</a:t>
            </a:r>
            <a:endParaRPr b="0" lang="en-US" sz="2000" spc="-1" strike="noStrike">
              <a:solidFill>
                <a:schemeClr val="dk1"/>
              </a:solidFill>
              <a:latin typeface="Calibri"/>
            </a:endParaRPr>
          </a:p>
          <a:p>
            <a:pPr marL="343080" indent="-343080">
              <a:lnSpc>
                <a:spcPct val="100000"/>
              </a:lnSpc>
              <a:spcBef>
                <a:spcPts val="400"/>
              </a:spcBef>
              <a:buClr>
                <a:srgbClr val="000000"/>
              </a:buClr>
              <a:buFont typeface="Arial"/>
              <a:buChar char="•"/>
            </a:pPr>
            <a:r>
              <a:rPr b="0" lang="en-US" sz="2000" spc="-1" strike="noStrike">
                <a:solidFill>
                  <a:schemeClr val="dk1"/>
                </a:solidFill>
                <a:latin typeface="Calibri"/>
                <a:ea typeface="MS PGothic"/>
              </a:rPr>
              <a:t>The platform will help authorities manage complaints in a more organized way by providing a centralized dashboard where they can view, assign, and update issues. To improve reliability, the system will include basic validation to reduce duplicate or false complaints. In addition, the platform aims to improve communication between citizens and authorities by keeping all updates transparent and accessible. Overall, the goal is to make the complaint process faster, more efficient, and easy to use for everyone.</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IN" sz="4400" spc="-1" strike="noStrike">
                <a:solidFill>
                  <a:schemeClr val="dk1"/>
                </a:solidFill>
                <a:latin typeface="Calibri"/>
                <a:ea typeface="MS PGothic"/>
              </a:rPr>
              <a:t>Core Features</a:t>
            </a:r>
            <a:endParaRPr b="0" lang="en-US" sz="4400" spc="-1" strike="noStrike">
              <a:solidFill>
                <a:schemeClr val="dk1"/>
              </a:solidFill>
              <a:latin typeface="Arial"/>
            </a:endParaRPr>
          </a:p>
        </p:txBody>
      </p:sp>
      <p:sp>
        <p:nvSpPr>
          <p:cNvPr id="51" name="PlaceHolder 2"/>
          <p:cNvSpPr>
            <a:spLocks noGrp="1"/>
          </p:cNvSpPr>
          <p:nvPr>
            <p:ph/>
          </p:nvPr>
        </p:nvSpPr>
        <p:spPr>
          <a:xfrm>
            <a:off x="228600" y="1143000"/>
            <a:ext cx="8457840" cy="5409720"/>
          </a:xfrm>
          <a:prstGeom prst="rect">
            <a:avLst/>
          </a:prstGeom>
          <a:noFill/>
          <a:ln w="9360">
            <a:noFill/>
          </a:ln>
        </p:spPr>
        <p:txBody>
          <a:bodyPr numCol="1" spcCol="0" lIns="91440" rIns="91440" tIns="45720" bIns="45720" anchor="t">
            <a:noAutofit/>
          </a:bodyPr>
          <a:p>
            <a:pPr marL="343080" indent="-343080">
              <a:lnSpc>
                <a:spcPct val="100000"/>
              </a:lnSpc>
              <a:spcBef>
                <a:spcPts val="479"/>
              </a:spcBef>
              <a:buClr>
                <a:srgbClr val="000000"/>
              </a:buClr>
              <a:buFont typeface="Arial"/>
              <a:buChar char="•"/>
            </a:pPr>
            <a:r>
              <a:rPr b="0" lang="en-US" sz="2400" spc="-1" strike="noStrike">
                <a:solidFill>
                  <a:schemeClr val="dk1"/>
                </a:solidFill>
                <a:latin typeface="Calibri"/>
                <a:ea typeface="MS PGothic"/>
              </a:rPr>
              <a:t>To build an efficient and easy-to-use civic issue reporting </a:t>
            </a:r>
            <a:r>
              <a:rPr b="0" lang="en-US" sz="2400" spc="-1" strike="noStrike">
                <a:solidFill>
                  <a:schemeClr val="dk1"/>
                </a:solidFill>
                <a:latin typeface="Calibri"/>
                <a:ea typeface="MS PGothic"/>
              </a:rPr>
              <a:t>system, the platform includes several important features. </a:t>
            </a:r>
            <a:r>
              <a:rPr b="0" lang="en-US" sz="2400" spc="-1" strike="noStrike">
                <a:solidFill>
                  <a:schemeClr val="dk1"/>
                </a:solidFill>
                <a:latin typeface="Calibri"/>
                <a:ea typeface="MS PGothic"/>
              </a:rPr>
              <a:t>These features help users report issues quickly and allow </a:t>
            </a:r>
            <a:r>
              <a:rPr b="0" lang="en-US" sz="2400" spc="-1" strike="noStrike">
                <a:solidFill>
                  <a:schemeClr val="dk1"/>
                </a:solidFill>
                <a:latin typeface="Calibri"/>
                <a:ea typeface="MS PGothic"/>
              </a:rPr>
              <a:t>authorities to manage them in a better and organized way. </a:t>
            </a:r>
            <a:r>
              <a:rPr b="0" lang="en-US" sz="2400" spc="-1" strike="noStrike">
                <a:solidFill>
                  <a:schemeClr val="dk1"/>
                </a:solidFill>
                <a:latin typeface="Calibri"/>
                <a:ea typeface="MS PGothic"/>
              </a:rPr>
              <a:t>The system focuses on simplicity, transparency, and faster </a:t>
            </a:r>
            <a:r>
              <a:rPr b="0" lang="en-US" sz="2400" spc="-1" strike="noStrike">
                <a:solidFill>
                  <a:schemeClr val="dk1"/>
                </a:solidFill>
                <a:latin typeface="Calibri"/>
                <a:ea typeface="MS PGothic"/>
              </a:rPr>
              <a:t>resolution of problems.</a:t>
            </a:r>
            <a:endParaRPr b="0" lang="en-US" sz="2400" spc="-1" strike="noStrike">
              <a:solidFill>
                <a:schemeClr val="dk1"/>
              </a:solidFill>
              <a:latin typeface="Calibri"/>
            </a:endParaRPr>
          </a:p>
          <a:p>
            <a:pPr marL="343080" indent="-343080">
              <a:lnSpc>
                <a:spcPct val="100000"/>
              </a:lnSpc>
              <a:spcBef>
                <a:spcPts val="479"/>
              </a:spcBef>
              <a:buClr>
                <a:srgbClr val="000000"/>
              </a:buClr>
              <a:buFont typeface="Arial"/>
              <a:buChar char="•"/>
            </a:pPr>
            <a:r>
              <a:rPr b="0" lang="en-US" sz="2400" spc="-1" strike="noStrike">
                <a:solidFill>
                  <a:schemeClr val="dk1"/>
                </a:solidFill>
                <a:latin typeface="Calibri"/>
                <a:ea typeface="MS PGothic"/>
              </a:rPr>
              <a:t>Users can register and log in securely to submit complaints </a:t>
            </a:r>
            <a:r>
              <a:rPr b="0" lang="en-US" sz="2400" spc="-1" strike="noStrike">
                <a:solidFill>
                  <a:schemeClr val="dk1"/>
                </a:solidFill>
                <a:latin typeface="Calibri"/>
                <a:ea typeface="MS PGothic"/>
              </a:rPr>
              <a:t>with proper details such as description, category, and </a:t>
            </a:r>
            <a:r>
              <a:rPr b="0" lang="en-US" sz="2400" spc="-1" strike="noStrike">
                <a:solidFill>
                  <a:schemeClr val="dk1"/>
                </a:solidFill>
                <a:latin typeface="Calibri"/>
                <a:ea typeface="MS PGothic"/>
              </a:rPr>
              <a:t>location. The platform also allows users to track their </a:t>
            </a:r>
            <a:r>
              <a:rPr b="0" lang="en-US" sz="2400" spc="-1" strike="noStrike">
                <a:solidFill>
                  <a:schemeClr val="dk1"/>
                </a:solidFill>
                <a:latin typeface="Calibri"/>
                <a:ea typeface="MS PGothic"/>
              </a:rPr>
              <a:t>complaints, so they always know the current status. On the </a:t>
            </a:r>
            <a:r>
              <a:rPr b="0" lang="en-US" sz="2400" spc="-1" strike="noStrike">
                <a:solidFill>
                  <a:schemeClr val="dk1"/>
                </a:solidFill>
                <a:latin typeface="Calibri"/>
                <a:ea typeface="MS PGothic"/>
              </a:rPr>
              <a:t>admin side, a dashboard is provided to manage complaints, </a:t>
            </a:r>
            <a:r>
              <a:rPr b="0" lang="en-US" sz="2400" spc="-1" strike="noStrike">
                <a:solidFill>
                  <a:schemeClr val="dk1"/>
                </a:solidFill>
                <a:latin typeface="Calibri"/>
                <a:ea typeface="MS PGothic"/>
              </a:rPr>
              <a:t>assign tasks, and update progress. Overall, the system </a:t>
            </a:r>
            <a:r>
              <a:rPr b="0" lang="en-US" sz="2400" spc="-1" strike="noStrike">
                <a:solidFill>
                  <a:schemeClr val="dk1"/>
                </a:solidFill>
                <a:latin typeface="Calibri"/>
                <a:ea typeface="MS PGothic"/>
              </a:rPr>
              <a:t>improves communication and makes the entire process more </a:t>
            </a:r>
            <a:r>
              <a:rPr b="0" lang="en-US" sz="2400" spc="-1" strike="noStrike">
                <a:solidFill>
                  <a:schemeClr val="dk1"/>
                </a:solidFill>
                <a:latin typeface="Calibri"/>
                <a:ea typeface="MS PGothic"/>
              </a:rPr>
              <a:t>reliable and efficient.</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IN" sz="4400" spc="-1" strike="noStrike">
                <a:solidFill>
                  <a:schemeClr val="dk1"/>
                </a:solidFill>
                <a:latin typeface="Calibri"/>
                <a:ea typeface="MS PGothic"/>
              </a:rPr>
              <a:t>Core Features</a:t>
            </a:r>
            <a:endParaRPr b="0" lang="en-US" sz="4400" spc="-1" strike="noStrike">
              <a:solidFill>
                <a:schemeClr val="dk1"/>
              </a:solidFill>
              <a:latin typeface="Arial"/>
            </a:endParaRPr>
          </a:p>
        </p:txBody>
      </p:sp>
      <p:sp>
        <p:nvSpPr>
          <p:cNvPr id="53" name="PlaceHolder 2"/>
          <p:cNvSpPr>
            <a:spLocks noGrp="1"/>
          </p:cNvSpPr>
          <p:nvPr>
            <p:ph/>
          </p:nvPr>
        </p:nvSpPr>
        <p:spPr>
          <a:xfrm>
            <a:off x="152280" y="990720"/>
            <a:ext cx="8457840" cy="5638320"/>
          </a:xfrm>
          <a:prstGeom prst="rect">
            <a:avLst/>
          </a:prstGeom>
          <a:noFill/>
          <a:ln w="9360">
            <a:noFill/>
          </a:ln>
        </p:spPr>
        <p:txBody>
          <a:bodyPr numCol="1" spcCol="0" lIns="91440" rIns="91440" tIns="45720" bIns="45720" anchor="t">
            <a:noAutofit/>
          </a:bodyPr>
          <a:p>
            <a:pPr indent="0">
              <a:lnSpc>
                <a:spcPct val="100000"/>
              </a:lnSpc>
              <a:spcBef>
                <a:spcPts val="400"/>
              </a:spcBef>
              <a:buNone/>
              <a:tabLst>
                <a:tab algn="l" pos="0"/>
              </a:tabLst>
            </a:pPr>
            <a:r>
              <a:rPr b="1" lang="en-US" sz="2000" spc="-1" strike="noStrike">
                <a:solidFill>
                  <a:schemeClr val="dk1"/>
                </a:solidFill>
                <a:latin typeface="Calibri"/>
                <a:ea typeface="MS PGothic"/>
              </a:rPr>
              <a:t>Key Features of Our Platform:</a:t>
            </a:r>
            <a:endParaRPr b="0" lang="en-US" sz="2000" spc="-1" strike="noStrike">
              <a:solidFill>
                <a:schemeClr val="dk1"/>
              </a:solidFill>
              <a:latin typeface="Calibri"/>
            </a:endParaRPr>
          </a:p>
          <a:p>
            <a:pPr indent="0">
              <a:lnSpc>
                <a:spcPct val="100000"/>
              </a:lnSpc>
              <a:spcBef>
                <a:spcPts val="400"/>
              </a:spcBef>
              <a:buNone/>
              <a:tabLst>
                <a:tab algn="l" pos="0"/>
              </a:tabLst>
            </a:pPr>
            <a:endParaRPr b="0" lang="en-US" sz="2000" spc="-1" strike="noStrike">
              <a:solidFill>
                <a:schemeClr val="dk1"/>
              </a:solidFill>
              <a:latin typeface="Calibri"/>
            </a:endParaRPr>
          </a:p>
          <a:p>
            <a:pPr marL="343080" indent="-343080">
              <a:lnSpc>
                <a:spcPct val="100000"/>
              </a:lnSpc>
              <a:spcBef>
                <a:spcPts val="400"/>
              </a:spcBef>
              <a:buClr>
                <a:srgbClr val="000000"/>
              </a:buClr>
              <a:buFont typeface="Wingdings" charset="2"/>
              <a:buChar char=""/>
              <a:tabLst>
                <a:tab algn="l" pos="0"/>
              </a:tabLst>
            </a:pPr>
            <a:r>
              <a:rPr b="1" lang="en-US" sz="2000" spc="-1" strike="noStrike">
                <a:solidFill>
                  <a:schemeClr val="dk1"/>
                </a:solidFill>
                <a:latin typeface="Calibri"/>
                <a:ea typeface="MS PGothic"/>
              </a:rPr>
              <a:t>User Registration &amp; Login: </a:t>
            </a:r>
            <a:r>
              <a:rPr b="0" lang="en-US" sz="2000" spc="-1" strike="noStrike">
                <a:solidFill>
                  <a:schemeClr val="dk1"/>
                </a:solidFill>
                <a:latin typeface="Calibri"/>
                <a:ea typeface="MS PGothic"/>
              </a:rPr>
              <a:t>Users can create accounts and securely access the platform.</a:t>
            </a:r>
            <a:endParaRPr b="0" lang="en-US" sz="2000" spc="-1" strike="noStrike">
              <a:solidFill>
                <a:schemeClr val="dk1"/>
              </a:solidFill>
              <a:latin typeface="Calibri"/>
            </a:endParaRPr>
          </a:p>
          <a:p>
            <a:pPr marL="343080" indent="-343080">
              <a:lnSpc>
                <a:spcPct val="100000"/>
              </a:lnSpc>
              <a:spcBef>
                <a:spcPts val="400"/>
              </a:spcBef>
              <a:buClr>
                <a:srgbClr val="000000"/>
              </a:buClr>
              <a:buFont typeface="Wingdings" charset="2"/>
              <a:buChar char=""/>
              <a:tabLst>
                <a:tab algn="l" pos="0"/>
              </a:tabLst>
            </a:pPr>
            <a:r>
              <a:rPr b="1" lang="en-US" sz="2000" spc="-1" strike="noStrike">
                <a:solidFill>
                  <a:schemeClr val="dk1"/>
                </a:solidFill>
                <a:latin typeface="Calibri"/>
                <a:ea typeface="MS PGothic"/>
              </a:rPr>
              <a:t>Complaint Submission:</a:t>
            </a:r>
            <a:r>
              <a:rPr b="0" lang="en-US" sz="2000" spc="-1" strike="noStrike">
                <a:solidFill>
                  <a:schemeClr val="dk1"/>
                </a:solidFill>
                <a:latin typeface="Calibri"/>
                <a:ea typeface="MS PGothic"/>
              </a:rPr>
              <a:t> Users can report issues by adding details like description, category, and location.</a:t>
            </a:r>
            <a:endParaRPr b="0" lang="en-US" sz="2000" spc="-1" strike="noStrike">
              <a:solidFill>
                <a:schemeClr val="dk1"/>
              </a:solidFill>
              <a:latin typeface="Calibri"/>
            </a:endParaRPr>
          </a:p>
          <a:p>
            <a:pPr marL="343080" indent="-343080">
              <a:lnSpc>
                <a:spcPct val="100000"/>
              </a:lnSpc>
              <a:spcBef>
                <a:spcPts val="400"/>
              </a:spcBef>
              <a:buClr>
                <a:srgbClr val="000000"/>
              </a:buClr>
              <a:buFont typeface="Wingdings" charset="2"/>
              <a:buChar char=""/>
              <a:tabLst>
                <a:tab algn="l" pos="0"/>
              </a:tabLst>
            </a:pPr>
            <a:r>
              <a:rPr b="1" lang="en-US" sz="2000" spc="-1" strike="noStrike">
                <a:solidFill>
                  <a:schemeClr val="dk1"/>
                </a:solidFill>
                <a:latin typeface="Calibri"/>
                <a:ea typeface="MS PGothic"/>
              </a:rPr>
              <a:t>Complaint Tracking:</a:t>
            </a:r>
            <a:r>
              <a:rPr b="0" lang="en-US" sz="2000" spc="-1" strike="noStrike">
                <a:solidFill>
                  <a:schemeClr val="dk1"/>
                </a:solidFill>
                <a:latin typeface="Calibri"/>
                <a:ea typeface="MS PGothic"/>
              </a:rPr>
              <a:t> Users can check the status of their complaints in real time.</a:t>
            </a:r>
            <a:endParaRPr b="0" lang="en-US" sz="2000" spc="-1" strike="noStrike">
              <a:solidFill>
                <a:schemeClr val="dk1"/>
              </a:solidFill>
              <a:latin typeface="Calibri"/>
            </a:endParaRPr>
          </a:p>
          <a:p>
            <a:pPr marL="343080" indent="-343080">
              <a:lnSpc>
                <a:spcPct val="100000"/>
              </a:lnSpc>
              <a:spcBef>
                <a:spcPts val="400"/>
              </a:spcBef>
              <a:buClr>
                <a:srgbClr val="000000"/>
              </a:buClr>
              <a:buFont typeface="Wingdings" charset="2"/>
              <a:buChar char=""/>
              <a:tabLst>
                <a:tab algn="l" pos="0"/>
              </a:tabLst>
            </a:pPr>
            <a:r>
              <a:rPr b="1" lang="en-US" sz="2000" spc="-1" strike="noStrike">
                <a:solidFill>
                  <a:schemeClr val="dk1"/>
                </a:solidFill>
                <a:latin typeface="Calibri"/>
                <a:ea typeface="MS PGothic"/>
              </a:rPr>
              <a:t>Admin Dashboard:</a:t>
            </a:r>
            <a:r>
              <a:rPr b="0" lang="en-US" sz="2000" spc="-1" strike="noStrike">
                <a:solidFill>
                  <a:schemeClr val="dk1"/>
                </a:solidFill>
                <a:latin typeface="Calibri"/>
                <a:ea typeface="MS PGothic"/>
              </a:rPr>
              <a:t> Authorities can view, manage, and update complaints in an organized way.</a:t>
            </a:r>
            <a:endParaRPr b="0" lang="en-US" sz="2000" spc="-1" strike="noStrike">
              <a:solidFill>
                <a:schemeClr val="dk1"/>
              </a:solidFill>
              <a:latin typeface="Calibri"/>
            </a:endParaRPr>
          </a:p>
          <a:p>
            <a:pPr marL="343080" indent="-343080">
              <a:lnSpc>
                <a:spcPct val="100000"/>
              </a:lnSpc>
              <a:spcBef>
                <a:spcPts val="400"/>
              </a:spcBef>
              <a:buClr>
                <a:srgbClr val="000000"/>
              </a:buClr>
              <a:buFont typeface="Wingdings" charset="2"/>
              <a:buChar char=""/>
              <a:tabLst>
                <a:tab algn="l" pos="0"/>
              </a:tabLst>
            </a:pPr>
            <a:r>
              <a:rPr b="1" lang="en-US" sz="2000" spc="-1" strike="noStrike">
                <a:solidFill>
                  <a:schemeClr val="dk1"/>
                </a:solidFill>
                <a:latin typeface="Calibri"/>
                <a:ea typeface="MS PGothic"/>
              </a:rPr>
              <a:t>Status Updates &amp; History: </a:t>
            </a:r>
            <a:r>
              <a:rPr b="0" lang="en-US" sz="2000" spc="-1" strike="noStrike">
                <a:solidFill>
                  <a:schemeClr val="dk1"/>
                </a:solidFill>
                <a:latin typeface="Calibri"/>
                <a:ea typeface="MS PGothic"/>
              </a:rPr>
              <a:t>All updates are recorded, so the process remains transparent.</a:t>
            </a:r>
            <a:endParaRPr b="0" lang="en-US" sz="2000" spc="-1" strike="noStrike">
              <a:solidFill>
                <a:schemeClr val="dk1"/>
              </a:solidFill>
              <a:latin typeface="Calibri"/>
            </a:endParaRPr>
          </a:p>
          <a:p>
            <a:pPr marL="343080" indent="-343080">
              <a:lnSpc>
                <a:spcPct val="100000"/>
              </a:lnSpc>
              <a:spcBef>
                <a:spcPts val="400"/>
              </a:spcBef>
              <a:buClr>
                <a:srgbClr val="000000"/>
              </a:buClr>
              <a:buFont typeface="Wingdings" charset="2"/>
              <a:buChar char=""/>
              <a:tabLst>
                <a:tab algn="l" pos="0"/>
              </a:tabLst>
            </a:pPr>
            <a:r>
              <a:rPr b="1" lang="en-US" sz="2000" spc="-1" strike="noStrike">
                <a:solidFill>
                  <a:schemeClr val="dk1"/>
                </a:solidFill>
                <a:latin typeface="Calibri"/>
                <a:ea typeface="MS PGothic"/>
              </a:rPr>
              <a:t>Basic Validation: </a:t>
            </a:r>
            <a:r>
              <a:rPr b="0" lang="en-US" sz="2000" spc="-1" strike="noStrike">
                <a:solidFill>
                  <a:schemeClr val="dk1"/>
                </a:solidFill>
                <a:latin typeface="Calibri"/>
                <a:ea typeface="MS PGothic"/>
              </a:rPr>
              <a:t>The system helps reduce duplicate or false complaints.</a:t>
            </a:r>
            <a:endParaRPr b="0" lang="en-US" sz="2000" spc="-1" strike="noStrike">
              <a:solidFill>
                <a:schemeClr val="dk1"/>
              </a:solidFill>
              <a:latin typeface="Calibri"/>
            </a:endParaRPr>
          </a:p>
          <a:p>
            <a:pPr indent="0">
              <a:lnSpc>
                <a:spcPct val="100000"/>
              </a:lnSpc>
              <a:spcBef>
                <a:spcPts val="400"/>
              </a:spcBef>
              <a:buNone/>
              <a:tabLst>
                <a:tab algn="l" pos="0"/>
              </a:tabLst>
            </a:pP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4400" spc="-1" strike="noStrike">
                <a:solidFill>
                  <a:schemeClr val="dk1"/>
                </a:solidFill>
                <a:latin typeface="Calibri"/>
                <a:ea typeface="MS PGothic"/>
              </a:rPr>
              <a:t>Tech Stack</a:t>
            </a:r>
            <a:endParaRPr b="0" lang="en-US" sz="4400" spc="-1" strike="noStrike">
              <a:solidFill>
                <a:schemeClr val="dk1"/>
              </a:solidFill>
              <a:latin typeface="Arial"/>
            </a:endParaRPr>
          </a:p>
        </p:txBody>
      </p:sp>
      <p:sp>
        <p:nvSpPr>
          <p:cNvPr id="55" name="PlaceHolder 2"/>
          <p:cNvSpPr>
            <a:spLocks noGrp="1"/>
          </p:cNvSpPr>
          <p:nvPr>
            <p:ph/>
          </p:nvPr>
        </p:nvSpPr>
        <p:spPr>
          <a:xfrm>
            <a:off x="457200" y="1143000"/>
            <a:ext cx="8076960" cy="475740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b="1" lang="en-IN" sz="3200" spc="-1" strike="noStrike">
                <a:solidFill>
                  <a:schemeClr val="dk1"/>
                </a:solidFill>
                <a:latin typeface="Calibri"/>
                <a:ea typeface="MS PGothic"/>
              </a:rPr>
              <a:t>Frontend:</a:t>
            </a:r>
            <a:r>
              <a:rPr b="0" lang="en-IN" sz="3200" spc="-1" strike="noStrike">
                <a:solidFill>
                  <a:schemeClr val="dk1"/>
                </a:solidFill>
                <a:latin typeface="Calibri"/>
                <a:ea typeface="MS PGothic"/>
              </a:rPr>
              <a:t> React.js, Typescript, Vite</a:t>
            </a:r>
            <a:endParaRPr b="0" lang="en-US" sz="3200" spc="-1" strike="noStrike">
              <a:solidFill>
                <a:schemeClr val="dk1"/>
              </a:solidFill>
              <a:latin typeface="Calibri"/>
            </a:endParaRPr>
          </a:p>
          <a:p>
            <a:pPr marL="343080" indent="-343080">
              <a:lnSpc>
                <a:spcPct val="100000"/>
              </a:lnSpc>
              <a:spcBef>
                <a:spcPts val="641"/>
              </a:spcBef>
              <a:buClr>
                <a:srgbClr val="000000"/>
              </a:buClr>
              <a:buFont typeface="Arial"/>
              <a:buChar char="•"/>
            </a:pPr>
            <a:r>
              <a:rPr b="1" lang="en-IN" sz="3200" spc="-1" strike="noStrike">
                <a:solidFill>
                  <a:schemeClr val="dk1"/>
                </a:solidFill>
                <a:latin typeface="Calibri"/>
                <a:ea typeface="MS PGothic"/>
              </a:rPr>
              <a:t>Backend:</a:t>
            </a:r>
            <a:r>
              <a:rPr b="0" lang="en-IN" sz="3200" spc="-1" strike="noStrike">
                <a:solidFill>
                  <a:schemeClr val="dk1"/>
                </a:solidFill>
                <a:latin typeface="Calibri"/>
                <a:ea typeface="MS PGothic"/>
              </a:rPr>
              <a:t> Spring Boot (Java)</a:t>
            </a:r>
            <a:endParaRPr b="0" lang="en-US" sz="3200" spc="-1" strike="noStrike">
              <a:solidFill>
                <a:schemeClr val="dk1"/>
              </a:solidFill>
              <a:latin typeface="Calibri"/>
            </a:endParaRPr>
          </a:p>
          <a:p>
            <a:pPr marL="343080" indent="-343080">
              <a:lnSpc>
                <a:spcPct val="100000"/>
              </a:lnSpc>
              <a:spcBef>
                <a:spcPts val="641"/>
              </a:spcBef>
              <a:buClr>
                <a:srgbClr val="000000"/>
              </a:buClr>
              <a:buFont typeface="Arial"/>
              <a:buChar char="•"/>
            </a:pPr>
            <a:r>
              <a:rPr b="1" lang="en-IN" sz="3200" spc="-1" strike="noStrike">
                <a:solidFill>
                  <a:schemeClr val="dk1"/>
                </a:solidFill>
                <a:latin typeface="Calibri"/>
                <a:ea typeface="MS PGothic"/>
              </a:rPr>
              <a:t>Database:</a:t>
            </a:r>
            <a:r>
              <a:rPr b="0" lang="en-IN" sz="3200" spc="-1" strike="noStrike">
                <a:solidFill>
                  <a:schemeClr val="dk1"/>
                </a:solidFill>
                <a:latin typeface="Calibri"/>
                <a:ea typeface="MS PGothic"/>
              </a:rPr>
              <a:t> PostgreSQL</a:t>
            </a:r>
            <a:endParaRPr b="0" lang="en-US" sz="3200" spc="-1" strike="noStrike">
              <a:solidFill>
                <a:schemeClr val="dk1"/>
              </a:solidFill>
              <a:latin typeface="Calibri"/>
            </a:endParaRPr>
          </a:p>
          <a:p>
            <a:pPr marL="343080" indent="-343080">
              <a:lnSpc>
                <a:spcPct val="100000"/>
              </a:lnSpc>
              <a:spcBef>
                <a:spcPts val="641"/>
              </a:spcBef>
              <a:buClr>
                <a:srgbClr val="000000"/>
              </a:buClr>
              <a:buFont typeface="Arial"/>
              <a:buChar char="•"/>
            </a:pPr>
            <a:r>
              <a:rPr b="1" lang="en-IN" sz="3200" spc="-1" strike="noStrike">
                <a:solidFill>
                  <a:schemeClr val="dk1"/>
                </a:solidFill>
                <a:latin typeface="Calibri"/>
                <a:ea typeface="MS PGothic"/>
              </a:rPr>
              <a:t>Authentication:</a:t>
            </a:r>
            <a:r>
              <a:rPr b="0" lang="en-IN" sz="3200" spc="-1" strike="noStrike">
                <a:solidFill>
                  <a:schemeClr val="dk1"/>
                </a:solidFill>
                <a:latin typeface="Calibri"/>
                <a:ea typeface="MS PGothic"/>
              </a:rPr>
              <a:t> JWT (JSON Web Token)</a:t>
            </a:r>
            <a:endParaRPr b="0" lang="en-US" sz="3200" spc="-1" strike="noStrike">
              <a:solidFill>
                <a:schemeClr val="dk1"/>
              </a:solidFill>
              <a:latin typeface="Calibri"/>
            </a:endParaRPr>
          </a:p>
          <a:p>
            <a:pPr marL="343080" indent="-343080">
              <a:lnSpc>
                <a:spcPct val="100000"/>
              </a:lnSpc>
              <a:spcBef>
                <a:spcPts val="641"/>
              </a:spcBef>
              <a:buClr>
                <a:srgbClr val="000000"/>
              </a:buClr>
              <a:buFont typeface="Arial"/>
              <a:buChar char="•"/>
            </a:pPr>
            <a:r>
              <a:rPr b="1" lang="en-IN" sz="3200" spc="-1" strike="noStrike">
                <a:solidFill>
                  <a:schemeClr val="dk1"/>
                </a:solidFill>
                <a:latin typeface="Calibri"/>
                <a:ea typeface="MS PGothic"/>
              </a:rPr>
              <a:t>Security: </a:t>
            </a:r>
            <a:r>
              <a:rPr b="0" lang="en-IN" sz="3200" spc="-1" strike="noStrike">
                <a:solidFill>
                  <a:schemeClr val="dk1"/>
                </a:solidFill>
                <a:latin typeface="Calibri"/>
                <a:ea typeface="MS PGothic"/>
              </a:rPr>
              <a:t>Spring Security</a:t>
            </a:r>
            <a:endParaRPr b="0" lang="en-US" sz="3200" spc="-1" strike="noStrike">
              <a:solidFill>
                <a:schemeClr val="dk1"/>
              </a:solidFill>
              <a:latin typeface="Calibri"/>
            </a:endParaRPr>
          </a:p>
          <a:p>
            <a:pPr marL="343080" indent="-343080">
              <a:lnSpc>
                <a:spcPct val="100000"/>
              </a:lnSpc>
              <a:spcBef>
                <a:spcPts val="641"/>
              </a:spcBef>
              <a:buClr>
                <a:srgbClr val="000000"/>
              </a:buClr>
              <a:buFont typeface="Arial"/>
              <a:buChar char="•"/>
            </a:pPr>
            <a:r>
              <a:rPr b="1" lang="en-IN" sz="3200" spc="-1" strike="noStrike">
                <a:solidFill>
                  <a:schemeClr val="dk1"/>
                </a:solidFill>
                <a:latin typeface="Calibri"/>
                <a:ea typeface="MS PGothic"/>
              </a:rPr>
              <a:t>API Communication: </a:t>
            </a:r>
            <a:r>
              <a:rPr b="0" lang="en-IN" sz="3200" spc="-1" strike="noStrike">
                <a:solidFill>
                  <a:schemeClr val="dk1"/>
                </a:solidFill>
                <a:latin typeface="Calibri"/>
                <a:ea typeface="MS PGothic"/>
              </a:rPr>
              <a:t>Rest APIs</a:t>
            </a:r>
            <a:endParaRPr b="0" lang="en-US" sz="3200" spc="-1" strike="noStrike">
              <a:solidFill>
                <a:schemeClr val="dk1"/>
              </a:solidFill>
              <a:latin typeface="Calibri"/>
            </a:endParaRPr>
          </a:p>
          <a:p>
            <a:pPr indent="0">
              <a:lnSpc>
                <a:spcPct val="100000"/>
              </a:lnSpc>
              <a:spcBef>
                <a:spcPts val="641"/>
              </a:spcBef>
              <a:buNone/>
            </a:pPr>
            <a:endParaRPr b="0" lang="en-US" sz="3200" spc="-1" strike="noStrike">
              <a:solidFill>
                <a:schemeClr val="dk1"/>
              </a:solidFill>
              <a:latin typeface="Calibri"/>
            </a:endParaRPr>
          </a:p>
          <a:p>
            <a:pPr indent="0">
              <a:lnSpc>
                <a:spcPct val="100000"/>
              </a:lnSpc>
              <a:spcBef>
                <a:spcPts val="641"/>
              </a:spcBef>
              <a:buNone/>
              <a:tabLst>
                <a:tab algn="l" pos="0"/>
              </a:tabLst>
            </a:pPr>
            <a:endParaRPr b="0" lang="en-US" sz="32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IN" sz="4000" spc="-1" strike="noStrike">
                <a:solidFill>
                  <a:schemeClr val="dk1"/>
                </a:solidFill>
                <a:latin typeface="Calibri"/>
                <a:ea typeface="MS PGothic"/>
              </a:rPr>
              <a:t>Methodology &amp; </a:t>
            </a:r>
            <a:r>
              <a:rPr b="1" lang="en-IN" sz="4000" spc="-1" strike="noStrike">
                <a:solidFill>
                  <a:schemeClr val="dk1"/>
                </a:solidFill>
                <a:latin typeface="Calibri"/>
                <a:ea typeface="MS PGothic"/>
              </a:rPr>
              <a:t>Facilities</a:t>
            </a:r>
            <a:endParaRPr b="0" lang="en-US" sz="4000" spc="-1" strike="noStrike">
              <a:solidFill>
                <a:schemeClr val="dk1"/>
              </a:solidFill>
              <a:latin typeface="Arial"/>
            </a:endParaRPr>
          </a:p>
        </p:txBody>
      </p:sp>
      <p:sp>
        <p:nvSpPr>
          <p:cNvPr id="57" name="PlaceHolder 2"/>
          <p:cNvSpPr>
            <a:spLocks noGrp="1"/>
          </p:cNvSpPr>
          <p:nvPr>
            <p:ph/>
          </p:nvPr>
        </p:nvSpPr>
        <p:spPr>
          <a:xfrm>
            <a:off x="228600" y="1066680"/>
            <a:ext cx="8000640" cy="5409720"/>
          </a:xfrm>
          <a:prstGeom prst="rect">
            <a:avLst/>
          </a:prstGeom>
          <a:noFill/>
          <a:ln w="9360">
            <a:noFill/>
          </a:ln>
        </p:spPr>
        <p:txBody>
          <a:bodyPr numCol="1" spcCol="0" lIns="91440" rIns="91440" tIns="45720" bIns="45720" anchor="t">
            <a:noAutofit/>
          </a:bodyPr>
          <a:p>
            <a:pPr marL="343080" indent="-343080">
              <a:lnSpc>
                <a:spcPct val="100000"/>
              </a:lnSpc>
              <a:spcBef>
                <a:spcPts val="479"/>
              </a:spcBef>
              <a:buClr>
                <a:srgbClr val="000000"/>
              </a:buClr>
              <a:buFont typeface="Calibri"/>
              <a:buAutoNum type="arabicPeriod"/>
            </a:pPr>
            <a:r>
              <a:rPr b="1" lang="en-US" sz="2400" spc="-1" strike="noStrike">
                <a:solidFill>
                  <a:schemeClr val="dk1"/>
                </a:solidFill>
                <a:latin typeface="Calibri"/>
                <a:ea typeface="MS PGothic"/>
              </a:rPr>
              <a:t>Phases of Development:</a:t>
            </a:r>
            <a:r>
              <a:rPr b="0" lang="en-US" sz="2400" spc="-1" strike="noStrike">
                <a:solidFill>
                  <a:schemeClr val="dk1"/>
                </a:solidFill>
                <a:latin typeface="Calibri"/>
                <a:ea typeface="MS PGothic"/>
              </a:rPr>
              <a:t> The project is developed in multiple stages including planning, </a:t>
            </a:r>
            <a:r>
              <a:rPr b="1" lang="en-US" sz="2400" spc="-1" strike="noStrike">
                <a:solidFill>
                  <a:schemeClr val="dk1"/>
                </a:solidFill>
                <a:latin typeface="Calibri"/>
                <a:ea typeface="MS PGothic"/>
              </a:rPr>
              <a:t>UI/UX design</a:t>
            </a:r>
            <a:r>
              <a:rPr b="0" lang="en-US" sz="2400" spc="-1" strike="noStrike">
                <a:solidFill>
                  <a:schemeClr val="dk1"/>
                </a:solidFill>
                <a:latin typeface="Calibri"/>
                <a:ea typeface="MS PGothic"/>
              </a:rPr>
              <a:t>, backend development, frontend </a:t>
            </a:r>
            <a:r>
              <a:rPr b="1" lang="en-US" sz="2400" spc="-1" strike="noStrike">
                <a:solidFill>
                  <a:schemeClr val="dk1"/>
                </a:solidFill>
                <a:latin typeface="Calibri"/>
                <a:ea typeface="MS PGothic"/>
              </a:rPr>
              <a:t>integration</a:t>
            </a:r>
            <a:r>
              <a:rPr b="0" lang="en-US" sz="2400" spc="-1" strike="noStrike">
                <a:solidFill>
                  <a:schemeClr val="dk1"/>
                </a:solidFill>
                <a:latin typeface="Calibri"/>
                <a:ea typeface="MS PGothic"/>
              </a:rPr>
              <a:t>, and final </a:t>
            </a:r>
            <a:r>
              <a:rPr b="1" lang="en-US" sz="2400" spc="-1" strike="noStrike">
                <a:solidFill>
                  <a:schemeClr val="dk1"/>
                </a:solidFill>
                <a:latin typeface="Calibri"/>
                <a:ea typeface="MS PGothic"/>
              </a:rPr>
              <a:t>testing</a:t>
            </a:r>
            <a:r>
              <a:rPr b="0" lang="en-US" sz="2400" spc="-1" strike="noStrike">
                <a:solidFill>
                  <a:schemeClr val="dk1"/>
                </a:solidFill>
                <a:latin typeface="Calibri"/>
                <a:ea typeface="MS PGothic"/>
              </a:rPr>
              <a:t> and </a:t>
            </a:r>
            <a:r>
              <a:rPr b="1" lang="en-US" sz="2400" spc="-1" strike="noStrike">
                <a:solidFill>
                  <a:schemeClr val="dk1"/>
                </a:solidFill>
                <a:latin typeface="Calibri"/>
                <a:ea typeface="MS PGothic"/>
              </a:rPr>
              <a:t>deployment</a:t>
            </a:r>
            <a:r>
              <a:rPr b="0" lang="en-US" sz="2400" spc="-1" strike="noStrike">
                <a:solidFill>
                  <a:schemeClr val="dk1"/>
                </a:solidFill>
                <a:latin typeface="Calibri"/>
                <a:ea typeface="MS PGothic"/>
              </a:rPr>
              <a:t>.</a:t>
            </a:r>
            <a:br>
              <a:rPr sz="2400"/>
            </a:br>
            <a:r>
              <a:rPr b="1" lang="en-US" sz="2400" spc="-1" strike="noStrike">
                <a:solidFill>
                  <a:schemeClr val="dk1"/>
                </a:solidFill>
                <a:latin typeface="Calibri"/>
              </a:rPr>
              <a:t> </a:t>
            </a:r>
            <a:endParaRPr b="0" lang="en-US" sz="2400" spc="-1" strike="noStrike">
              <a:solidFill>
                <a:schemeClr val="dk1"/>
              </a:solidFill>
              <a:latin typeface="Calibri"/>
            </a:endParaRPr>
          </a:p>
          <a:p>
            <a:pPr marL="343080" indent="-343080">
              <a:lnSpc>
                <a:spcPct val="100000"/>
              </a:lnSpc>
              <a:spcBef>
                <a:spcPts val="479"/>
              </a:spcBef>
              <a:buClr>
                <a:srgbClr val="000000"/>
              </a:buClr>
              <a:buFont typeface="Calibri"/>
              <a:buAutoNum type="arabicPeriod"/>
            </a:pPr>
            <a:r>
              <a:rPr b="1" lang="en-US" sz="2400" spc="-1" strike="noStrike">
                <a:solidFill>
                  <a:schemeClr val="dk1"/>
                </a:solidFill>
                <a:latin typeface="Calibri"/>
                <a:ea typeface="MS PGothic"/>
              </a:rPr>
              <a:t>Technology &amp; Software: </a:t>
            </a:r>
            <a:r>
              <a:rPr b="0" lang="en-US" sz="2400" spc="-1" strike="noStrike">
                <a:solidFill>
                  <a:schemeClr val="dk1"/>
                </a:solidFill>
                <a:latin typeface="Calibri"/>
                <a:ea typeface="MS PGothic"/>
              </a:rPr>
              <a:t>The system is built using </a:t>
            </a:r>
            <a:r>
              <a:rPr b="1" lang="en-US" sz="2400" spc="-1" strike="noStrike">
                <a:solidFill>
                  <a:schemeClr val="dk1"/>
                </a:solidFill>
                <a:latin typeface="Calibri"/>
                <a:ea typeface="MS PGothic"/>
              </a:rPr>
              <a:t>React.js </a:t>
            </a:r>
            <a:r>
              <a:rPr b="0" lang="en-US" sz="2400" spc="-1" strike="noStrike">
                <a:solidFill>
                  <a:schemeClr val="dk1"/>
                </a:solidFill>
                <a:latin typeface="Calibri"/>
                <a:ea typeface="MS PGothic"/>
              </a:rPr>
              <a:t>for frontend and </a:t>
            </a:r>
            <a:r>
              <a:rPr b="1" lang="en-US" sz="2400" spc="-1" strike="noStrike">
                <a:solidFill>
                  <a:schemeClr val="dk1"/>
                </a:solidFill>
                <a:latin typeface="Calibri"/>
                <a:ea typeface="MS PGothic"/>
              </a:rPr>
              <a:t>Spring Boot </a:t>
            </a:r>
            <a:r>
              <a:rPr b="0" lang="en-US" sz="2400" spc="-1" strike="noStrike">
                <a:solidFill>
                  <a:schemeClr val="dk1"/>
                </a:solidFill>
                <a:latin typeface="Calibri"/>
                <a:ea typeface="MS PGothic"/>
              </a:rPr>
              <a:t>for backend, with </a:t>
            </a:r>
            <a:r>
              <a:rPr b="1" lang="en-US" sz="2400" spc="-1" strike="noStrike">
                <a:solidFill>
                  <a:schemeClr val="dk1"/>
                </a:solidFill>
                <a:latin typeface="Calibri"/>
                <a:ea typeface="MS PGothic"/>
              </a:rPr>
              <a:t>PostgreSQL</a:t>
            </a:r>
            <a:r>
              <a:rPr b="0" lang="en-US" sz="2400" spc="-1" strike="noStrike">
                <a:solidFill>
                  <a:schemeClr val="dk1"/>
                </a:solidFill>
                <a:latin typeface="Calibri"/>
                <a:ea typeface="MS PGothic"/>
              </a:rPr>
              <a:t> as the database. Development tools include </a:t>
            </a:r>
            <a:r>
              <a:rPr b="1" lang="en-US" sz="2400" spc="-1" strike="noStrike">
                <a:solidFill>
                  <a:schemeClr val="dk1"/>
                </a:solidFill>
                <a:latin typeface="Calibri"/>
                <a:ea typeface="MS PGothic"/>
              </a:rPr>
              <a:t>VS Code</a:t>
            </a:r>
            <a:r>
              <a:rPr b="0" lang="en-US" sz="2400" spc="-1" strike="noStrike">
                <a:solidFill>
                  <a:schemeClr val="dk1"/>
                </a:solidFill>
                <a:latin typeface="Calibri"/>
                <a:ea typeface="MS PGothic"/>
              </a:rPr>
              <a:t>, </a:t>
            </a:r>
            <a:r>
              <a:rPr b="1" lang="en-US" sz="2400" spc="-1" strike="noStrike">
                <a:solidFill>
                  <a:schemeClr val="dk1"/>
                </a:solidFill>
                <a:latin typeface="Calibri"/>
                <a:ea typeface="MS PGothic"/>
              </a:rPr>
              <a:t>Postman</a:t>
            </a:r>
            <a:r>
              <a:rPr b="0" lang="en-US" sz="2400" spc="-1" strike="noStrike">
                <a:solidFill>
                  <a:schemeClr val="dk1"/>
                </a:solidFill>
                <a:latin typeface="Calibri"/>
                <a:ea typeface="MS PGothic"/>
              </a:rPr>
              <a:t>, and </a:t>
            </a:r>
            <a:r>
              <a:rPr b="1" lang="en-US" sz="2400" spc="-1" strike="noStrike">
                <a:solidFill>
                  <a:schemeClr val="dk1"/>
                </a:solidFill>
                <a:latin typeface="Calibri"/>
                <a:ea typeface="MS PGothic"/>
              </a:rPr>
              <a:t>GitHub</a:t>
            </a:r>
            <a:r>
              <a:rPr b="0" lang="en-US" sz="2400" spc="-1" strike="noStrike">
                <a:solidFill>
                  <a:schemeClr val="dk1"/>
                </a:solidFill>
                <a:latin typeface="Calibri"/>
                <a:ea typeface="MS PGothic"/>
              </a:rPr>
              <a:t> for version control.</a:t>
            </a:r>
            <a:br>
              <a:rPr sz="2400"/>
            </a:br>
            <a:r>
              <a:rPr b="0" lang="en-US" sz="2400" spc="-1" strike="noStrike">
                <a:solidFill>
                  <a:schemeClr val="dk1"/>
                </a:solidFill>
                <a:latin typeface="Calibri"/>
              </a:rPr>
              <a:t> </a:t>
            </a:r>
            <a:endParaRPr b="0" lang="en-US" sz="2400" spc="-1" strike="noStrike">
              <a:solidFill>
                <a:schemeClr val="dk1"/>
              </a:solidFill>
              <a:latin typeface="Calibri"/>
            </a:endParaRPr>
          </a:p>
          <a:p>
            <a:pPr marL="343080" indent="-343080">
              <a:lnSpc>
                <a:spcPct val="100000"/>
              </a:lnSpc>
              <a:spcBef>
                <a:spcPts val="641"/>
              </a:spcBef>
              <a:buClr>
                <a:srgbClr val="000000"/>
              </a:buClr>
              <a:buFont typeface="Calibri"/>
              <a:buAutoNum type="arabicPeriod"/>
            </a:pPr>
            <a:r>
              <a:rPr b="1" lang="en-US" sz="2400" spc="-1" strike="noStrike">
                <a:solidFill>
                  <a:schemeClr val="dk1"/>
                </a:solidFill>
                <a:latin typeface="Calibri"/>
                <a:ea typeface="MS PGothic"/>
              </a:rPr>
              <a:t>Hardware Requirements: </a:t>
            </a:r>
            <a:r>
              <a:rPr b="0" lang="en-US" sz="2400" spc="-1" strike="noStrike">
                <a:solidFill>
                  <a:schemeClr val="dk1"/>
                </a:solidFill>
                <a:latin typeface="Calibri"/>
                <a:ea typeface="MS PGothic"/>
              </a:rPr>
              <a:t>The project requires a basic system with at least </a:t>
            </a:r>
            <a:r>
              <a:rPr b="1" lang="en-US" sz="2400" spc="-1" strike="noStrike">
                <a:solidFill>
                  <a:schemeClr val="dk1"/>
                </a:solidFill>
                <a:latin typeface="Calibri"/>
                <a:ea typeface="MS PGothic"/>
              </a:rPr>
              <a:t>8GB RAM</a:t>
            </a:r>
            <a:r>
              <a:rPr b="0" lang="en-US" sz="2400" spc="-1" strike="noStrike">
                <a:solidFill>
                  <a:schemeClr val="dk1"/>
                </a:solidFill>
                <a:latin typeface="Calibri"/>
                <a:ea typeface="MS PGothic"/>
              </a:rPr>
              <a:t>, a stable </a:t>
            </a:r>
            <a:r>
              <a:rPr b="1" lang="en-US" sz="2400" spc="-1" strike="noStrike">
                <a:solidFill>
                  <a:schemeClr val="dk1"/>
                </a:solidFill>
                <a:latin typeface="Calibri"/>
                <a:ea typeface="MS PGothic"/>
              </a:rPr>
              <a:t>internet connection</a:t>
            </a:r>
            <a:r>
              <a:rPr b="0" lang="en-US" sz="2400" spc="-1" strike="noStrike">
                <a:solidFill>
                  <a:schemeClr val="dk1"/>
                </a:solidFill>
                <a:latin typeface="Calibri"/>
                <a:ea typeface="MS PGothic"/>
              </a:rPr>
              <a:t>, and a </a:t>
            </a:r>
            <a:r>
              <a:rPr b="1" lang="en-US" sz="2400" spc="-1" strike="noStrike">
                <a:solidFill>
                  <a:schemeClr val="dk1"/>
                </a:solidFill>
                <a:latin typeface="Calibri"/>
                <a:ea typeface="MS PGothic"/>
              </a:rPr>
              <a:t>local server </a:t>
            </a:r>
            <a:r>
              <a:rPr b="0" lang="en-US" sz="2400" spc="-1" strike="noStrike">
                <a:solidFill>
                  <a:schemeClr val="dk1"/>
                </a:solidFill>
                <a:latin typeface="Calibri"/>
                <a:ea typeface="MS PGothic"/>
              </a:rPr>
              <a:t>setup for </a:t>
            </a:r>
            <a:r>
              <a:rPr b="1" lang="en-US" sz="2400" spc="-1" strike="noStrike">
                <a:solidFill>
                  <a:schemeClr val="dk1"/>
                </a:solidFill>
                <a:latin typeface="Calibri"/>
                <a:ea typeface="MS PGothic"/>
              </a:rPr>
              <a:t>backend testing</a:t>
            </a:r>
            <a:r>
              <a:rPr b="0" lang="en-US" sz="3200" spc="-1" strike="noStrike">
                <a:solidFill>
                  <a:schemeClr val="dk1"/>
                </a:solidFill>
                <a:latin typeface="Calibri"/>
                <a:ea typeface="MS PGothic"/>
              </a:rPr>
              <a:t>.</a:t>
            </a:r>
            <a:endParaRPr b="0" lang="en-US" sz="3200" spc="-1" strike="noStrike">
              <a:solidFill>
                <a:schemeClr val="dk1"/>
              </a:solidFill>
              <a:latin typeface="Calibri"/>
            </a:endParaRPr>
          </a:p>
          <a:p>
            <a:pPr indent="0">
              <a:lnSpc>
                <a:spcPct val="100000"/>
              </a:lnSpc>
              <a:spcBef>
                <a:spcPts val="479"/>
              </a:spcBef>
              <a:buNone/>
            </a:pP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3200" spc="-1" strike="noStrike">
                <a:solidFill>
                  <a:schemeClr val="dk1"/>
                </a:solidFill>
                <a:latin typeface="Calibri"/>
                <a:ea typeface="MS PGothic"/>
              </a:rPr>
              <a:t>Civis Flow</a:t>
            </a:r>
            <a:endParaRPr b="0" lang="en-US" sz="3200" spc="-1" strike="noStrike">
              <a:solidFill>
                <a:schemeClr val="dk1"/>
              </a:solidFill>
              <a:latin typeface="Arial"/>
            </a:endParaRPr>
          </a:p>
        </p:txBody>
      </p:sp>
      <p:pic>
        <p:nvPicPr>
          <p:cNvPr id="59" name="Content Placeholder 4" descr=""/>
          <p:cNvPicPr/>
          <p:nvPr/>
        </p:nvPicPr>
        <p:blipFill>
          <a:blip r:embed="rId1"/>
          <a:stretch/>
        </p:blipFill>
        <p:spPr>
          <a:xfrm>
            <a:off x="2057400" y="914400"/>
            <a:ext cx="3580920" cy="5714640"/>
          </a:xfrm>
          <a:prstGeom prst="rect">
            <a:avLst/>
          </a:prstGeom>
          <a:ln w="9525">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4400" spc="-1" strike="noStrike">
                <a:solidFill>
                  <a:schemeClr val="dk1"/>
                </a:solidFill>
                <a:latin typeface="Calibri"/>
                <a:ea typeface="MS PGothic"/>
              </a:rPr>
              <a:t>USE-CASE</a:t>
            </a:r>
            <a:endParaRPr b="0" lang="en-US" sz="4400" spc="-1" strike="noStrike">
              <a:solidFill>
                <a:schemeClr val="dk1"/>
              </a:solidFill>
              <a:latin typeface="Arial"/>
            </a:endParaRPr>
          </a:p>
        </p:txBody>
      </p:sp>
      <p:pic>
        <p:nvPicPr>
          <p:cNvPr id="61" name="Content Placeholder 6" descr=""/>
          <p:cNvPicPr/>
          <p:nvPr/>
        </p:nvPicPr>
        <p:blipFill>
          <a:blip r:embed="rId1"/>
          <a:stretch/>
        </p:blipFill>
        <p:spPr>
          <a:xfrm>
            <a:off x="990720" y="1143000"/>
            <a:ext cx="6396120" cy="5333760"/>
          </a:xfrm>
          <a:prstGeom prst="rect">
            <a:avLst/>
          </a:prstGeom>
          <a:ln w="9525">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US" sz="4400" spc="-1" strike="noStrike">
                <a:solidFill>
                  <a:schemeClr val="dk1"/>
                </a:solidFill>
                <a:latin typeface="Calibri"/>
                <a:ea typeface="MS PGothic"/>
              </a:rPr>
              <a:t>Class Diagram</a:t>
            </a:r>
            <a:endParaRPr b="0" lang="en-US" sz="4400" spc="-1" strike="noStrike">
              <a:solidFill>
                <a:schemeClr val="dk1"/>
              </a:solidFill>
              <a:latin typeface="Arial"/>
            </a:endParaRPr>
          </a:p>
        </p:txBody>
      </p:sp>
      <p:pic>
        <p:nvPicPr>
          <p:cNvPr id="63" name="Content Placeholder 5" descr=""/>
          <p:cNvPicPr/>
          <p:nvPr/>
        </p:nvPicPr>
        <p:blipFill>
          <a:blip r:embed="rId1"/>
          <a:stretch/>
        </p:blipFill>
        <p:spPr>
          <a:xfrm>
            <a:off x="1676520" y="990720"/>
            <a:ext cx="5257440" cy="5638320"/>
          </a:xfrm>
          <a:prstGeom prst="rect">
            <a:avLst/>
          </a:prstGeom>
          <a:ln w="9525">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lgn="ctr">
              <a:lnSpc>
                <a:spcPct val="100000"/>
              </a:lnSpc>
              <a:buNone/>
            </a:pPr>
            <a:r>
              <a:rPr b="1" lang="en-IN" sz="4400" spc="-1" strike="noStrike">
                <a:solidFill>
                  <a:schemeClr val="dk1"/>
                </a:solidFill>
                <a:latin typeface="Calibri"/>
                <a:ea typeface="MS PGothic"/>
              </a:rPr>
              <a:t>Conclusion</a:t>
            </a:r>
            <a:endParaRPr b="0" lang="en-US" sz="4400" spc="-1" strike="noStrike">
              <a:solidFill>
                <a:schemeClr val="dk1"/>
              </a:solidFill>
              <a:latin typeface="Arial"/>
            </a:endParaRPr>
          </a:p>
        </p:txBody>
      </p:sp>
      <p:sp>
        <p:nvSpPr>
          <p:cNvPr id="65" name="PlaceHolder 2"/>
          <p:cNvSpPr>
            <a:spLocks noGrp="1"/>
          </p:cNvSpPr>
          <p:nvPr>
            <p:ph/>
          </p:nvPr>
        </p:nvSpPr>
        <p:spPr>
          <a:xfrm>
            <a:off x="457200" y="1600200"/>
            <a:ext cx="8229240" cy="4038120"/>
          </a:xfrm>
          <a:prstGeom prst="rect">
            <a:avLst/>
          </a:prstGeom>
          <a:noFill/>
          <a:ln w="9360">
            <a:noFill/>
          </a:ln>
        </p:spPr>
        <p:txBody>
          <a:bodyPr numCol="1" spcCol="0" lIns="91440" rIns="91440" tIns="45720" bIns="45720" anchor="t">
            <a:noAutofit/>
          </a:bodyPr>
          <a:p>
            <a:pPr indent="0">
              <a:lnSpc>
                <a:spcPct val="100000"/>
              </a:lnSpc>
              <a:spcBef>
                <a:spcPts val="479"/>
              </a:spcBef>
              <a:buNone/>
              <a:tabLst>
                <a:tab algn="l" pos="0"/>
              </a:tabLst>
            </a:pPr>
            <a:r>
              <a:rPr b="1" lang="en-US" sz="2400" spc="-1" strike="noStrike">
                <a:solidFill>
                  <a:schemeClr val="dk1"/>
                </a:solidFill>
                <a:latin typeface="Times New Roman"/>
                <a:ea typeface="MS PGothic"/>
              </a:rPr>
              <a:t>CIVIS</a:t>
            </a:r>
            <a:r>
              <a:rPr b="0" lang="en-US" sz="2400" spc="-1" strike="noStrike">
                <a:solidFill>
                  <a:schemeClr val="dk1"/>
                </a:solidFill>
                <a:latin typeface="Times New Roman"/>
                <a:ea typeface="MS PGothic"/>
              </a:rPr>
              <a:t> is a simple and useful platform for reporting civic issues. It helps users easily submit complaints and check their </a:t>
            </a:r>
            <a:r>
              <a:rPr b="1" lang="en-US" sz="2400" spc="-1" strike="noStrike">
                <a:solidFill>
                  <a:schemeClr val="dk1"/>
                </a:solidFill>
                <a:latin typeface="Times New Roman"/>
                <a:ea typeface="MS PGothic"/>
              </a:rPr>
              <a:t>status</a:t>
            </a:r>
            <a:r>
              <a:rPr b="0" lang="en-US" sz="2400" spc="-1" strike="noStrike">
                <a:solidFill>
                  <a:schemeClr val="dk1"/>
                </a:solidFill>
                <a:latin typeface="Times New Roman"/>
                <a:ea typeface="MS PGothic"/>
              </a:rPr>
              <a:t>, while authorities can manage and resolve them in an </a:t>
            </a:r>
            <a:r>
              <a:rPr b="1" lang="en-US" sz="2400" spc="-1" strike="noStrike">
                <a:solidFill>
                  <a:schemeClr val="dk1"/>
                </a:solidFill>
                <a:latin typeface="Times New Roman"/>
                <a:ea typeface="MS PGothic"/>
              </a:rPr>
              <a:t>organized</a:t>
            </a:r>
            <a:r>
              <a:rPr b="0" lang="en-US" sz="2400" spc="-1" strike="noStrike">
                <a:solidFill>
                  <a:schemeClr val="dk1"/>
                </a:solidFill>
                <a:latin typeface="Times New Roman"/>
                <a:ea typeface="MS PGothic"/>
              </a:rPr>
              <a:t> </a:t>
            </a:r>
            <a:r>
              <a:rPr b="1" lang="en-US" sz="2400" spc="-1" strike="noStrike">
                <a:solidFill>
                  <a:schemeClr val="dk1"/>
                </a:solidFill>
                <a:latin typeface="Times New Roman"/>
                <a:ea typeface="MS PGothic"/>
              </a:rPr>
              <a:t>way</a:t>
            </a:r>
            <a:r>
              <a:rPr b="0" lang="en-US" sz="2400" spc="-1" strike="noStrike">
                <a:solidFill>
                  <a:schemeClr val="dk1"/>
                </a:solidFill>
                <a:latin typeface="Times New Roman"/>
                <a:ea typeface="MS PGothic"/>
              </a:rPr>
              <a:t>.</a:t>
            </a:r>
            <a:endParaRPr b="0" lang="en-US" sz="2400" spc="-1" strike="noStrike">
              <a:solidFill>
                <a:schemeClr val="dk1"/>
              </a:solidFill>
              <a:latin typeface="Calibri"/>
            </a:endParaRPr>
          </a:p>
          <a:p>
            <a:pPr indent="0">
              <a:lnSpc>
                <a:spcPct val="100000"/>
              </a:lnSpc>
              <a:spcBef>
                <a:spcPts val="479"/>
              </a:spcBef>
              <a:buNone/>
              <a:tabLst>
                <a:tab algn="l" pos="0"/>
              </a:tabLst>
            </a:pPr>
            <a:endParaRPr b="0" lang="en-US" sz="2400" spc="-1" strike="noStrike">
              <a:solidFill>
                <a:schemeClr val="dk1"/>
              </a:solidFill>
              <a:latin typeface="Calibri"/>
            </a:endParaRPr>
          </a:p>
          <a:p>
            <a:pPr indent="0">
              <a:lnSpc>
                <a:spcPct val="100000"/>
              </a:lnSpc>
              <a:spcBef>
                <a:spcPts val="479"/>
              </a:spcBef>
              <a:buNone/>
              <a:tabLst>
                <a:tab algn="l" pos="0"/>
              </a:tabLst>
            </a:pPr>
            <a:r>
              <a:rPr b="0" lang="en-US" sz="2400" spc="-1" strike="noStrike">
                <a:solidFill>
                  <a:schemeClr val="dk1"/>
                </a:solidFill>
                <a:latin typeface="Times New Roman"/>
                <a:ea typeface="MS PGothic"/>
              </a:rPr>
              <a:t>The system improves </a:t>
            </a:r>
            <a:r>
              <a:rPr b="1" lang="en-US" sz="2400" spc="-1" strike="noStrike">
                <a:solidFill>
                  <a:schemeClr val="dk1"/>
                </a:solidFill>
                <a:latin typeface="Times New Roman"/>
                <a:ea typeface="MS PGothic"/>
              </a:rPr>
              <a:t>transparency</a:t>
            </a:r>
            <a:r>
              <a:rPr b="0" lang="en-US" sz="2400" spc="-1" strike="noStrike">
                <a:solidFill>
                  <a:schemeClr val="dk1"/>
                </a:solidFill>
                <a:latin typeface="Times New Roman"/>
                <a:ea typeface="MS PGothic"/>
              </a:rPr>
              <a:t> and </a:t>
            </a:r>
            <a:r>
              <a:rPr b="1" lang="en-US" sz="2400" spc="-1" strike="noStrike">
                <a:solidFill>
                  <a:schemeClr val="dk1"/>
                </a:solidFill>
                <a:latin typeface="Times New Roman"/>
                <a:ea typeface="MS PGothic"/>
              </a:rPr>
              <a:t>communication</a:t>
            </a:r>
            <a:r>
              <a:rPr b="0" lang="en-US" sz="2400" spc="-1" strike="noStrike">
                <a:solidFill>
                  <a:schemeClr val="dk1"/>
                </a:solidFill>
                <a:latin typeface="Times New Roman"/>
                <a:ea typeface="MS PGothic"/>
              </a:rPr>
              <a:t>, making the complaint process faster and more efficient. Overall, it helps in better handling of civic issues and improves user experience.</a:t>
            </a:r>
            <a:endParaRPr b="0" lang="en-US" sz="2400" spc="-1" strike="noStrike">
              <a:solidFill>
                <a:schemeClr val="dk1"/>
              </a:solidFill>
              <a:latin typeface="Calibri"/>
            </a:endParaRPr>
          </a:p>
          <a:p>
            <a:pPr indent="0">
              <a:lnSpc>
                <a:spcPct val="100000"/>
              </a:lnSpc>
              <a:spcBef>
                <a:spcPts val="561"/>
              </a:spcBef>
              <a:buNone/>
              <a:tabLst>
                <a:tab algn="l" pos="0"/>
              </a:tabLst>
            </a:pPr>
            <a:endParaRPr b="0" lang="en-US" sz="2800" spc="-1" strike="noStrike">
              <a:solidFill>
                <a:schemeClr val="dk1"/>
              </a:solidFill>
              <a:latin typeface="Calibri"/>
            </a:endParaRPr>
          </a:p>
          <a:p>
            <a:pPr indent="0" algn="ctr">
              <a:lnSpc>
                <a:spcPct val="100000"/>
              </a:lnSpc>
              <a:spcBef>
                <a:spcPts val="1321"/>
              </a:spcBef>
              <a:buNone/>
              <a:tabLst>
                <a:tab algn="l" pos="0"/>
              </a:tabLst>
            </a:pPr>
            <a:endParaRPr b="0" lang="en-US" sz="66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0" y="0"/>
            <a:ext cx="6507360" cy="837720"/>
          </a:xfrm>
          <a:prstGeom prst="rect">
            <a:avLst/>
          </a:prstGeom>
          <a:noFill/>
          <a:ln w="9360">
            <a:noFill/>
          </a:ln>
        </p:spPr>
        <p:txBody>
          <a:bodyPr numCol="1" spcCol="0" lIns="91440" rIns="91440" tIns="45720" bIns="45720" anchor="ctr">
            <a:noAutofit/>
          </a:bodyPr>
          <a:p>
            <a:pPr indent="0">
              <a:buNone/>
            </a:pPr>
            <a:endParaRPr b="0" lang="en-US" sz="3000" spc="-1" strike="noStrike">
              <a:solidFill>
                <a:schemeClr val="dk1"/>
              </a:solidFill>
              <a:latin typeface="Calibri"/>
              <a:ea typeface="MS PGothic"/>
            </a:endParaRPr>
          </a:p>
        </p:txBody>
      </p:sp>
      <p:sp>
        <p:nvSpPr>
          <p:cNvPr id="67" name="PlaceHolder 2"/>
          <p:cNvSpPr>
            <a:spLocks noGrp="1"/>
          </p:cNvSpPr>
          <p:nvPr>
            <p:ph/>
          </p:nvPr>
        </p:nvSpPr>
        <p:spPr>
          <a:xfrm>
            <a:off x="457200" y="1374840"/>
            <a:ext cx="8229240" cy="4525560"/>
          </a:xfrm>
          <a:prstGeom prst="rect">
            <a:avLst/>
          </a:prstGeom>
          <a:noFill/>
          <a:ln w="9360">
            <a:noFill/>
          </a:ln>
        </p:spPr>
        <p:txBody>
          <a:bodyPr numCol="1" spcCol="0" lIns="91440" rIns="91440" tIns="45720" bIns="45720" anchor="t">
            <a:noAutofit/>
          </a:bodyPr>
          <a:p>
            <a:pPr indent="0">
              <a:lnSpc>
                <a:spcPct val="100000"/>
              </a:lnSpc>
              <a:spcBef>
                <a:spcPts val="561"/>
              </a:spcBef>
              <a:buNone/>
              <a:tabLst>
                <a:tab algn="l" pos="0"/>
              </a:tabLst>
            </a:pPr>
            <a:endParaRPr b="0" lang="en-US" sz="2800" spc="-1" strike="noStrike">
              <a:solidFill>
                <a:schemeClr val="dk1"/>
              </a:solidFill>
              <a:latin typeface="Calibri"/>
            </a:endParaRPr>
          </a:p>
          <a:p>
            <a:pPr indent="0">
              <a:lnSpc>
                <a:spcPct val="100000"/>
              </a:lnSpc>
              <a:spcBef>
                <a:spcPts val="561"/>
              </a:spcBef>
              <a:buNone/>
              <a:tabLst>
                <a:tab algn="l" pos="0"/>
              </a:tabLst>
            </a:pPr>
            <a:endParaRPr b="0" lang="en-US" sz="2800" spc="-1" strike="noStrike">
              <a:solidFill>
                <a:schemeClr val="dk1"/>
              </a:solidFill>
              <a:latin typeface="Calibri"/>
            </a:endParaRPr>
          </a:p>
          <a:p>
            <a:pPr indent="0">
              <a:lnSpc>
                <a:spcPct val="100000"/>
              </a:lnSpc>
              <a:spcBef>
                <a:spcPts val="561"/>
              </a:spcBef>
              <a:buNone/>
              <a:tabLst>
                <a:tab algn="l" pos="0"/>
              </a:tabLst>
            </a:pPr>
            <a:endParaRPr b="0" lang="en-US" sz="2800" spc="-1" strike="noStrike">
              <a:solidFill>
                <a:schemeClr val="dk1"/>
              </a:solidFill>
              <a:latin typeface="Calibri"/>
            </a:endParaRPr>
          </a:p>
          <a:p>
            <a:pPr indent="0" algn="ctr">
              <a:lnSpc>
                <a:spcPct val="100000"/>
              </a:lnSpc>
              <a:spcBef>
                <a:spcPts val="1321"/>
              </a:spcBef>
              <a:buNone/>
              <a:tabLst>
                <a:tab algn="l" pos="0"/>
              </a:tabLst>
            </a:pPr>
            <a:r>
              <a:rPr b="1" lang="en-IN" sz="6600" spc="-1" strike="noStrike">
                <a:solidFill>
                  <a:schemeClr val="dk1"/>
                </a:solidFill>
                <a:latin typeface="Times New Roman"/>
                <a:ea typeface="MS PGothic"/>
              </a:rPr>
              <a:t>Thank You</a:t>
            </a:r>
            <a:endParaRPr b="0" lang="en-US" sz="66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1204</TotalTime>
  <Application>LibreOffice/24.2.7.2$Linux_X86_64 LibreOffice_project/420$Build-2</Application>
  <AppVersion>15.0000</AppVersion>
  <Words>953</Words>
  <Paragraphs>93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2024-07-10T18:26:37Z</dcterms:created>
  <dc:creator>admin</dc:creator>
  <dc:description/>
  <dc:language>en-US</dc:language>
  <cp:lastModifiedBy/>
  <dcterms:modified xsi:type="dcterms:W3CDTF">2026-05-06T14:09:30Z</dcterms:modified>
  <cp:revision>166</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2023-09-09T00:00:00Z</vt:filetime>
  </property>
  <property fmtid="{D5CDD505-2E9C-101B-9397-08002B2CF9AE}" pid="3" name="Creator">
    <vt:lpwstr>Microsoft® PowerPoint® 2013</vt:lpwstr>
  </property>
  <property fmtid="{D5CDD505-2E9C-101B-9397-08002B2CF9AE}" pid="4" name="LastSaved">
    <vt:filetime>2024-07-10T00:00:00Z</vt:filetime>
  </property>
  <property fmtid="{D5CDD505-2E9C-101B-9397-08002B2CF9AE}" pid="5" name="PresentationFormat">
    <vt:lpwstr>On-screen Show (4:3)</vt:lpwstr>
  </property>
  <property fmtid="{D5CDD505-2E9C-101B-9397-08002B2CF9AE}" pid="6" name="Slides">
    <vt:i4>14</vt:i4>
  </property>
</Properties>
</file>